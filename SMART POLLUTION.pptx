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7.xml.rels" ContentType="application/vnd.openxmlformats-package.relationships+xml"/>
  <Override PartName="/ppt/slideMasters/_rels/slideMaster42.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11.xml.rels" ContentType="application/vnd.openxmlformats-package.relationships+xml"/>
  <Override PartName="/ppt/slideMasters/_rels/slideMaster14.xml.rels" ContentType="application/vnd.openxmlformats-package.relationships+xml"/>
  <Override PartName="/ppt/slideMasters/_rels/slideMaster9.xml.rels" ContentType="application/vnd.openxmlformats-package.relationships+xml"/>
  <Override PartName="/ppt/slideMasters/_rels/slideMaster22.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32.xml.rels" ContentType="application/vnd.openxmlformats-package.relationships+xml"/>
  <Override PartName="/ppt/slideMasters/_rels/slideMaster33.xml.rels" ContentType="application/vnd.openxmlformats-package.relationships+xml"/>
  <Override PartName="/ppt/slideMasters/_rels/slideMaster34.xml.rels" ContentType="application/vnd.openxmlformats-package.relationships+xml"/>
  <Override PartName="/ppt/slideMasters/_rels/slideMaster35.xml.rels" ContentType="application/vnd.openxmlformats-package.relationships+xml"/>
  <Override PartName="/ppt/slideMasters/_rels/slideMaster36.xml.rels" ContentType="application/vnd.openxmlformats-package.relationships+xml"/>
  <Override PartName="/ppt/slideMasters/_rels/slideMaster37.xml.rels" ContentType="application/vnd.openxmlformats-package.relationships+xml"/>
  <Override PartName="/ppt/slideMasters/_rels/slideMaster38.xml.rels" ContentType="application/vnd.openxmlformats-package.relationships+xml"/>
  <Override PartName="/ppt/slideMasters/_rels/slideMaster39.xml.rels" ContentType="application/vnd.openxmlformats-package.relationships+xml"/>
  <Override PartName="/ppt/slideMasters/_rels/slideMaster6.xml.rels" ContentType="application/vnd.openxmlformats-package.relationships+xml"/>
  <Override PartName="/ppt/slideMasters/_rels/slideMaster41.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41.xml" ContentType="application/vnd.openxmlformats-officedocument.presentationml.slideMaster+xml"/>
  <Override PartName="/ppt/slideMasters/slideMaster30.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42.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10.xml" ContentType="application/vnd.openxmlformats-officedocument.theme+xml"/>
  <Override PartName="/ppt/theme/theme36.xml" ContentType="application/vnd.openxmlformats-officedocument.theme+xml"/>
  <Override PartName="/ppt/theme/theme9.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41.xml" ContentType="application/vnd.openxmlformats-officedocument.theme+xml"/>
  <Override PartName="/ppt/theme/theme35.xml" ContentType="application/vnd.openxmlformats-officedocument.theme+xml"/>
  <Override PartName="/ppt/theme/theme8.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3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jpeg" ContentType="image/jpeg"/>
  <Override PartName="/ppt/media/image4.png" ContentType="image/png"/>
  <Override PartName="/ppt/media/image5.png" ContentType="image/png"/>
  <Override PartName="/ppt/media/image7.png" ContentType="image/png"/>
  <Override PartName="/ppt/media/image8.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22.xml" ContentType="application/vnd.openxmlformats-officedocument.presentationml.slideLayout+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25.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26.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27.xml.rels" ContentType="application/vnd.openxmlformats-package.relationships+xml"/>
  <Override PartName="/ppt/slideLayouts/_rels/slideLayout29.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4.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23.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4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24.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2.xml" ContentType="application/vnd.openxmlformats-officedocument.presentationml.slideLayout+xml"/>
  <Override PartName="/ppt/slideLayouts/slideLayout8.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42.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Lst>
  <p:notesMasterIdLst>
    <p:notesMasterId r:id="rId44"/>
  </p:notesMasterIdLst>
  <p:sldIdLst>
    <p:sldId id="256" r:id="rId45"/>
    <p:sldId id="257" r:id="rId46"/>
    <p:sldId id="258" r:id="rId47"/>
    <p:sldId id="259" r:id="rId48"/>
    <p:sldId id="260" r:id="rId49"/>
    <p:sldId id="261" r:id="rId50"/>
    <p:sldId id="262" r:id="rId51"/>
    <p:sldId id="263" r:id="rId52"/>
    <p:sldId id="264" r:id="rId53"/>
    <p:sldId id="265" r:id="rId54"/>
    <p:sldId id="266" r:id="rId55"/>
    <p:sldId id="267" r:id="rId56"/>
    <p:sldId id="268" r:id="rId57"/>
    <p:sldId id="269" r:id="rId58"/>
    <p:sldId id="270" r:id="rId59"/>
    <p:sldId id="271" r:id="rId60"/>
    <p:sldId id="272" r:id="rId61"/>
    <p:sldId id="273" r:id="rId6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notesMaster" Target="notesMasters/notesMaster1.xml"/><Relationship Id="rId45" Type="http://schemas.openxmlformats.org/officeDocument/2006/relationships/slide" Target="slides/slide1.xml"/><Relationship Id="rId46" Type="http://schemas.openxmlformats.org/officeDocument/2006/relationships/slide" Target="slides/slide2.xml"/><Relationship Id="rId47" Type="http://schemas.openxmlformats.org/officeDocument/2006/relationships/slide" Target="slides/slide3.xml"/><Relationship Id="rId48" Type="http://schemas.openxmlformats.org/officeDocument/2006/relationships/slide" Target="slides/slide4.xml"/><Relationship Id="rId49" Type="http://schemas.openxmlformats.org/officeDocument/2006/relationships/slide" Target="slides/slide5.xml"/><Relationship Id="rId50" Type="http://schemas.openxmlformats.org/officeDocument/2006/relationships/slide" Target="slides/slide6.xml"/><Relationship Id="rId51" Type="http://schemas.openxmlformats.org/officeDocument/2006/relationships/slide" Target="slides/slide7.xml"/><Relationship Id="rId52" Type="http://schemas.openxmlformats.org/officeDocument/2006/relationships/slide" Target="slides/slide8.xml"/><Relationship Id="rId53" Type="http://schemas.openxmlformats.org/officeDocument/2006/relationships/slide" Target="slides/slide9.xml"/><Relationship Id="rId54" Type="http://schemas.openxmlformats.org/officeDocument/2006/relationships/slide" Target="slides/slide10.xml"/><Relationship Id="rId55" Type="http://schemas.openxmlformats.org/officeDocument/2006/relationships/slide" Target="slides/slide11.xml"/><Relationship Id="rId56" Type="http://schemas.openxmlformats.org/officeDocument/2006/relationships/slide" Target="slides/slide12.xml"/><Relationship Id="rId57" Type="http://schemas.openxmlformats.org/officeDocument/2006/relationships/slide" Target="slides/slide13.xml"/><Relationship Id="rId58" Type="http://schemas.openxmlformats.org/officeDocument/2006/relationships/slide" Target="slides/slide14.xml"/><Relationship Id="rId59" Type="http://schemas.openxmlformats.org/officeDocument/2006/relationships/slide" Target="slides/slide15.xml"/><Relationship Id="rId60" Type="http://schemas.openxmlformats.org/officeDocument/2006/relationships/slide" Target="slides/slide16.xml"/><Relationship Id="rId61" Type="http://schemas.openxmlformats.org/officeDocument/2006/relationships/slide" Target="slides/slide17.xml"/><Relationship Id="rId62" Type="http://schemas.openxmlformats.org/officeDocument/2006/relationships/slide" Target="slides/slide18.xml"/><Relationship Id="rId6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9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9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00" name="PlaceHolder 4"/>
          <p:cNvSpPr>
            <a:spLocks noGrp="1"/>
          </p:cNvSpPr>
          <p:nvPr>
            <p:ph type="dt" idx="127"/>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01" name="PlaceHolder 5"/>
          <p:cNvSpPr>
            <a:spLocks noGrp="1"/>
          </p:cNvSpPr>
          <p:nvPr>
            <p:ph type="ftr" idx="128"/>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2" name="PlaceHolder 6"/>
          <p:cNvSpPr>
            <a:spLocks noGrp="1"/>
          </p:cNvSpPr>
          <p:nvPr>
            <p:ph type="sldNum" idx="129"/>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5F2CC6A-6A41-43B5-9BCF-752185DDA60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1143000" y="685800"/>
            <a:ext cx="4572000" cy="3427560"/>
          </a:xfrm>
          <a:prstGeom prst="rect">
            <a:avLst/>
          </a:prstGeom>
          <a:ln w="0">
            <a:noFill/>
          </a:ln>
        </p:spPr>
      </p:sp>
      <p:sp>
        <p:nvSpPr>
          <p:cNvPr id="551" name="PlaceHolder 2"/>
          <p:cNvSpPr>
            <a:spLocks noGrp="1"/>
          </p:cNvSpPr>
          <p:nvPr>
            <p:ph type="body"/>
          </p:nvPr>
        </p:nvSpPr>
        <p:spPr>
          <a:xfrm>
            <a:off x="685800" y="4343400"/>
            <a:ext cx="5484960" cy="4113360"/>
          </a:xfrm>
          <a:prstGeom prst="rect">
            <a:avLst/>
          </a:prstGeom>
          <a:noFill/>
          <a:ln w="0">
            <a:noFill/>
          </a:ln>
        </p:spPr>
        <p:txBody>
          <a:bodyPr lIns="91440" rIns="91440" tIns="91440" bIns="91440" anchor="t">
            <a:noAutofit/>
          </a:bodyPr>
          <a:p>
            <a:pPr marL="216000" indent="-216000">
              <a:buNone/>
            </a:pPr>
            <a:endParaRPr b="0" lang="en-US" sz="1800" spc="-1" strike="noStrike">
              <a:solidFill>
                <a:srgbClr val="000000"/>
              </a:solidFill>
              <a:latin typeface="Arial"/>
            </a:endParaRPr>
          </a:p>
        </p:txBody>
      </p:sp>
      <p:sp>
        <p:nvSpPr>
          <p:cNvPr id="552" name="PlaceHolder 3"/>
          <p:cNvSpPr>
            <a:spLocks noGrp="1"/>
          </p:cNvSpPr>
          <p:nvPr>
            <p:ph type="sldNum" idx="131"/>
          </p:nvPr>
        </p:nvSpPr>
        <p:spPr>
          <a:xfrm>
            <a:off x="3884760" y="8685360"/>
            <a:ext cx="2970360" cy="4557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400" spc="-1" strike="noStrike">
                <a:solidFill>
                  <a:srgbClr val="000000"/>
                </a:solidFill>
                <a:latin typeface="Calibri"/>
                <a:ea typeface="Calibri"/>
              </a:defRPr>
            </a:lvl1pPr>
          </a:lstStyle>
          <a:p>
            <a:pPr indent="0" algn="r">
              <a:lnSpc>
                <a:spcPct val="100000"/>
              </a:lnSpc>
              <a:buNone/>
              <a:tabLst>
                <a:tab algn="l" pos="0"/>
              </a:tabLst>
            </a:pPr>
            <a:fld id="{F91C296D-8FF1-4B83-BA60-9DEBF2970F98}" type="slidenum">
              <a:rPr b="0" lang="en-US" sz="1400" spc="-1" strike="noStrike">
                <a:solidFill>
                  <a:srgbClr val="000000"/>
                </a:solidFill>
                <a:latin typeface="Calibri"/>
                <a:ea typeface="Calibri"/>
              </a:rPr>
              <a:t>&lt;number&gt;</a:t>
            </a:fld>
            <a:endParaRPr b="0" lang="en-US" sz="1400" spc="-1" strike="noStrike">
              <a:solidFill>
                <a:srgbClr val="000000"/>
              </a:solidFill>
              <a:latin typeface="Times New Roman"/>
            </a:endParaRPr>
          </a:p>
        </p:txBody>
      </p:sp>
      <p:sp>
        <p:nvSpPr>
          <p:cNvPr id="553" name="PlaceHolder 4"/>
          <p:cNvSpPr>
            <a:spLocks noGrp="1"/>
          </p:cNvSpPr>
          <p:nvPr>
            <p:ph type="dt" idx="132"/>
          </p:nvPr>
        </p:nvSpPr>
        <p:spPr>
          <a:xfrm>
            <a:off x="3884760" y="0"/>
            <a:ext cx="2970360" cy="4557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en-US" sz="1400" spc="-1" strike="noStrike">
                <a:solidFill>
                  <a:srgbClr val="000000"/>
                </a:solidFill>
                <a:latin typeface="Arial"/>
                <a:ea typeface="Arial"/>
              </a:defRPr>
            </a:lvl1pPr>
          </a:lstStyle>
          <a:p>
            <a:pPr indent="0" algn="r">
              <a:lnSpc>
                <a:spcPct val="100000"/>
              </a:lnSpc>
              <a:buNone/>
              <a:tabLst>
                <a:tab algn="l" pos="0"/>
              </a:tabLst>
            </a:pPr>
            <a:r>
              <a:rPr b="0" lang="en-US" sz="1400" spc="-1" strike="noStrike">
                <a:solidFill>
                  <a:srgbClr val="000000"/>
                </a:solidFill>
                <a:latin typeface="Arial"/>
                <a:ea typeface="Arial"/>
              </a:rPr>
              <a:t>10/9/2023</a:t>
            </a:r>
            <a:endParaRPr b="0" lang="en-U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p:spTree>
      <p:nvGrpSpPr>
        <p:cNvPr id="1" name=""/>
        <p:cNvGrpSpPr/>
        <p:nvPr/>
      </p:nvGrpSpPr>
      <p:grpSpPr>
        <a:xfrm>
          <a:off x="0" y="0"/>
          <a:ext cx="0" cy="0"/>
          <a:chOff x="0" y="0"/>
          <a:chExt cx="0" cy="0"/>
        </a:xfrm>
      </p:grpSpPr>
      <p:sp>
        <p:nvSpPr>
          <p:cNvPr id="1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610823F-983D-4291-8B35-DDD04F79423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type="subTitle"/>
          </p:nvPr>
        </p:nvSpPr>
        <p:spPr>
          <a:xfrm>
            <a:off x="1435680" y="1447920"/>
            <a:ext cx="7496640" cy="47991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9D9EBFB-6981-4EA9-8489-03A27FAAABCA}"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_TITLE_AND_VERTICAL_TEXT">
    <p:spTree>
      <p:nvGrpSpPr>
        <p:cNvPr id="1" name=""/>
        <p:cNvGrpSpPr/>
        <p:nvPr/>
      </p:nvGrpSpPr>
      <p:grpSpPr>
        <a:xfrm>
          <a:off x="0" y="0"/>
          <a:ext cx="0" cy="0"/>
          <a:chOff x="0" y="0"/>
          <a:chExt cx="0" cy="0"/>
        </a:xfrm>
      </p:grpSpPr>
      <p:sp>
        <p:nvSpPr>
          <p:cNvPr id="3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A449FA1-A099-4100-8608-5DD9CC200F49}"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4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08F72046-2213-40FE-A7E0-DC31AACEC517}"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ECTION_HEADER">
    <p:spTree>
      <p:nvGrpSpPr>
        <p:cNvPr id="1" name=""/>
        <p:cNvGrpSpPr/>
        <p:nvPr/>
      </p:nvGrpSpPr>
      <p:grpSpPr>
        <a:xfrm>
          <a:off x="0" y="0"/>
          <a:ext cx="0" cy="0"/>
          <a:chOff x="0" y="0"/>
          <a:chExt cx="0" cy="0"/>
        </a:xfrm>
      </p:grpSpPr>
      <p:sp>
        <p:nvSpPr>
          <p:cNvPr id="5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9"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FD1D99D6-AFFA-46C9-9A4D-62A017DC1C09}"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_OBJECTS">
    <p:spTree>
      <p:nvGrpSpPr>
        <p:cNvPr id="1" name=""/>
        <p:cNvGrpSpPr/>
        <p:nvPr/>
      </p:nvGrpSpPr>
      <p:grpSpPr>
        <a:xfrm>
          <a:off x="0" y="0"/>
          <a:ext cx="0" cy="0"/>
          <a:chOff x="0" y="0"/>
          <a:chExt cx="0" cy="0"/>
        </a:xfrm>
      </p:grpSpPr>
      <p:sp>
        <p:nvSpPr>
          <p:cNvPr id="6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19BCA4C7-0E0F-4886-A5F7-F59928DBCB3D}"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_ONLY">
    <p:spTree>
      <p:nvGrpSpPr>
        <p:cNvPr id="1" name=""/>
        <p:cNvGrpSpPr/>
        <p:nvPr/>
      </p:nvGrpSpPr>
      <p:grpSpPr>
        <a:xfrm>
          <a:off x="0" y="0"/>
          <a:ext cx="0" cy="0"/>
          <a:chOff x="0" y="0"/>
          <a:chExt cx="0" cy="0"/>
        </a:xfrm>
      </p:grpSpPr>
      <p:sp>
        <p:nvSpPr>
          <p:cNvPr id="7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EAE76974-957C-4DE4-88DC-2C858E582DCC}"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8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6"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227386C4-4D7C-41B4-8C66-28B17BF9EF02}"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_WITH_CAPTION_TEXT">
    <p:spTree>
      <p:nvGrpSpPr>
        <p:cNvPr id="1" name=""/>
        <p:cNvGrpSpPr/>
        <p:nvPr/>
      </p:nvGrpSpPr>
      <p:grpSpPr>
        <a:xfrm>
          <a:off x="0" y="0"/>
          <a:ext cx="0" cy="0"/>
          <a:chOff x="0" y="0"/>
          <a:chExt cx="0" cy="0"/>
        </a:xfrm>
      </p:grpSpPr>
      <p:sp>
        <p:nvSpPr>
          <p:cNvPr id="9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7"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9DB1FBFB-B091-4946-854F-1FBB26E9EA10}"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ICTURE_WITH_CAPTION_TEXT">
    <p:spTree>
      <p:nvGrpSpPr>
        <p:cNvPr id="1" name=""/>
        <p:cNvGrpSpPr/>
        <p:nvPr/>
      </p:nvGrpSpPr>
      <p:grpSpPr>
        <a:xfrm>
          <a:off x="0" y="0"/>
          <a:ext cx="0" cy="0"/>
          <a:chOff x="0" y="0"/>
          <a:chExt cx="0" cy="0"/>
        </a:xfrm>
      </p:grpSpPr>
      <p:sp>
        <p:nvSpPr>
          <p:cNvPr id="10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9"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49FC3708-A487-4E52-8F85-6BFDBA722641}"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_TEXT">
    <p:spTree>
      <p:nvGrpSpPr>
        <p:cNvPr id="1" name=""/>
        <p:cNvGrpSpPr/>
        <p:nvPr/>
      </p:nvGrpSpPr>
      <p:grpSpPr>
        <a:xfrm>
          <a:off x="0" y="0"/>
          <a:ext cx="0" cy="0"/>
          <a:chOff x="0" y="0"/>
          <a:chExt cx="0" cy="0"/>
        </a:xfrm>
      </p:grpSpPr>
      <p:sp>
        <p:nvSpPr>
          <p:cNvPr id="11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8"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3D10E786-AE81-4708-A569-6D2AD43800C8}"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3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2"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8D3F1E2E-3C71-4200-9D96-F7C1480E714B}"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spTree>
      <p:nvGrpSpPr>
        <p:cNvPr id="1" name=""/>
        <p:cNvGrpSpPr/>
        <p:nvPr/>
      </p:nvGrpSpPr>
      <p:grpSpPr>
        <a:xfrm>
          <a:off x="0" y="0"/>
          <a:ext cx="0" cy="0"/>
          <a:chOff x="0" y="0"/>
          <a:chExt cx="0" cy="0"/>
        </a:xfrm>
      </p:grpSpPr>
      <p:sp>
        <p:nvSpPr>
          <p:cNvPr id="14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6" name="PlaceHolder 2"/>
          <p:cNvSpPr>
            <a:spLocks noGrp="1"/>
          </p:cNvSpPr>
          <p:nvPr>
            <p:ph type="subTitle"/>
          </p:nvPr>
        </p:nvSpPr>
        <p:spPr>
          <a:xfrm>
            <a:off x="1435680" y="1447920"/>
            <a:ext cx="7496640" cy="47991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951A3C4E-9296-4D98-8D7D-E5DBB6660673}"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15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0"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5B098991-98B5-40D0-9CC7-046583092D6D}"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p>
            <a:r>
              <a:t>Footer</a:t>
            </a:r>
          </a:p>
        </p:txBody>
      </p:sp>
      <p:sp>
        <p:nvSpPr>
          <p:cNvPr id="3" name="PlaceHolder 2"/>
          <p:cNvSpPr>
            <a:spLocks noGrp="1"/>
          </p:cNvSpPr>
          <p:nvPr>
            <p:ph type="sldNum" idx="44"/>
          </p:nvPr>
        </p:nvSpPr>
        <p:spPr/>
        <p:txBody>
          <a:bodyPr/>
          <a:p>
            <a:fld id="{0BE117A3-4B96-4275-AF55-1420369AF195}" type="slidenum">
              <a:t>&lt;#&gt;</a:t>
            </a:fld>
          </a:p>
        </p:txBody>
      </p:sp>
      <p:sp>
        <p:nvSpPr>
          <p:cNvPr id="4" name="PlaceHolder 3"/>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
    <p:spTree>
      <p:nvGrpSpPr>
        <p:cNvPr id="1" name=""/>
        <p:cNvGrpSpPr/>
        <p:nvPr/>
      </p:nvGrpSpPr>
      <p:grpSpPr>
        <a:xfrm>
          <a:off x="0" y="0"/>
          <a:ext cx="0" cy="0"/>
          <a:chOff x="0" y="0"/>
          <a:chExt cx="0" cy="0"/>
        </a:xfrm>
      </p:grpSpPr>
      <p:sp>
        <p:nvSpPr>
          <p:cNvPr id="18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4"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C10EA60C-A453-41A4-AF3A-2C30FA9F8DDD}"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9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6"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EFE07DD6-444D-490B-916D-06BA29128ADA}"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spTree>
      <p:nvGrpSpPr>
        <p:cNvPr id="1" name=""/>
        <p:cNvGrpSpPr/>
        <p:nvPr/>
      </p:nvGrpSpPr>
      <p:grpSpPr>
        <a:xfrm>
          <a:off x="0" y="0"/>
          <a:ext cx="0" cy="0"/>
          <a:chOff x="0" y="0"/>
          <a:chExt cx="0" cy="0"/>
        </a:xfrm>
      </p:grpSpPr>
      <p:sp>
        <p:nvSpPr>
          <p:cNvPr id="20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8"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BB749D5A-F16E-476B-8BA6-F346F67980AB}"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8">
    <p:spTree>
      <p:nvGrpSpPr>
        <p:cNvPr id="1" name=""/>
        <p:cNvGrpSpPr/>
        <p:nvPr/>
      </p:nvGrpSpPr>
      <p:grpSpPr>
        <a:xfrm>
          <a:off x="0" y="0"/>
          <a:ext cx="0" cy="0"/>
          <a:chOff x="0" y="0"/>
          <a:chExt cx="0" cy="0"/>
        </a:xfrm>
      </p:grpSpPr>
      <p:sp>
        <p:nvSpPr>
          <p:cNvPr id="22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4"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DF8CE758-07CA-4976-AD8E-DE9DB9E5329C}"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9">
    <p:spTree>
      <p:nvGrpSpPr>
        <p:cNvPr id="1" name=""/>
        <p:cNvGrpSpPr/>
        <p:nvPr/>
      </p:nvGrpSpPr>
      <p:grpSpPr>
        <a:xfrm>
          <a:off x="0" y="0"/>
          <a:ext cx="0" cy="0"/>
          <a:chOff x="0" y="0"/>
          <a:chExt cx="0" cy="0"/>
        </a:xfrm>
      </p:grpSpPr>
      <p:sp>
        <p:nvSpPr>
          <p:cNvPr id="23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6"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CFCA759D-8948-4BCF-B507-EA1B5890B888}"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_OBJECTS_WITH_TEXT">
    <p:spTree>
      <p:nvGrpSpPr>
        <p:cNvPr id="1" name=""/>
        <p:cNvGrpSpPr/>
        <p:nvPr/>
      </p:nvGrpSpPr>
      <p:grpSpPr>
        <a:xfrm>
          <a:off x="0" y="0"/>
          <a:ext cx="0" cy="0"/>
          <a:chOff x="0" y="0"/>
          <a:chExt cx="0" cy="0"/>
        </a:xfrm>
      </p:grpSpPr>
      <p:sp>
        <p:nvSpPr>
          <p:cNvPr id="24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8"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61"/>
          </p:nvPr>
        </p:nvSpPr>
        <p:spPr/>
        <p:txBody>
          <a:bodyPr/>
          <a:p>
            <a:r>
              <a:t>Footer</a:t>
            </a:r>
          </a:p>
        </p:txBody>
      </p:sp>
      <p:sp>
        <p:nvSpPr>
          <p:cNvPr id="5" name="PlaceHolder 4"/>
          <p:cNvSpPr>
            <a:spLocks noGrp="1"/>
          </p:cNvSpPr>
          <p:nvPr>
            <p:ph type="sldNum" idx="62"/>
          </p:nvPr>
        </p:nvSpPr>
        <p:spPr/>
        <p:txBody>
          <a:bodyPr/>
          <a:p>
            <a:fld id="{B1CFDE96-66F0-4A84-953E-91065B5120F3}" type="slidenum">
              <a:t>&lt;#&gt;</a:t>
            </a:fld>
          </a:p>
        </p:txBody>
      </p:sp>
      <p:sp>
        <p:nvSpPr>
          <p:cNvPr id="6" name="PlaceHolder 5"/>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0">
    <p:spTree>
      <p:nvGrpSpPr>
        <p:cNvPr id="1" name=""/>
        <p:cNvGrpSpPr/>
        <p:nvPr/>
      </p:nvGrpSpPr>
      <p:grpSpPr>
        <a:xfrm>
          <a:off x="0" y="0"/>
          <a:ext cx="0" cy="0"/>
          <a:chOff x="0" y="0"/>
          <a:chExt cx="0" cy="0"/>
        </a:xfrm>
      </p:grpSpPr>
      <p:sp>
        <p:nvSpPr>
          <p:cNvPr id="25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0"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64"/>
          </p:nvPr>
        </p:nvSpPr>
        <p:spPr/>
        <p:txBody>
          <a:bodyPr/>
          <a:p>
            <a:r>
              <a:t>Footer</a:t>
            </a:r>
          </a:p>
        </p:txBody>
      </p:sp>
      <p:sp>
        <p:nvSpPr>
          <p:cNvPr id="5" name="PlaceHolder 4"/>
          <p:cNvSpPr>
            <a:spLocks noGrp="1"/>
          </p:cNvSpPr>
          <p:nvPr>
            <p:ph type="sldNum" idx="65"/>
          </p:nvPr>
        </p:nvSpPr>
        <p:spPr/>
        <p:txBody>
          <a:bodyPr/>
          <a:p>
            <a:fld id="{C62C2F7A-84A7-45A8-B21A-E956A9C918B0}" type="slidenum">
              <a:t>&lt;#&gt;</a:t>
            </a:fld>
          </a:p>
        </p:txBody>
      </p:sp>
      <p:sp>
        <p:nvSpPr>
          <p:cNvPr id="6" name="PlaceHolder 5"/>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1">
    <p:spTree>
      <p:nvGrpSpPr>
        <p:cNvPr id="1" name=""/>
        <p:cNvGrpSpPr/>
        <p:nvPr/>
      </p:nvGrpSpPr>
      <p:grpSpPr>
        <a:xfrm>
          <a:off x="0" y="0"/>
          <a:ext cx="0" cy="0"/>
          <a:chOff x="0" y="0"/>
          <a:chExt cx="0" cy="0"/>
        </a:xfrm>
      </p:grpSpPr>
      <p:sp>
        <p:nvSpPr>
          <p:cNvPr id="27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4"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67"/>
          </p:nvPr>
        </p:nvSpPr>
        <p:spPr/>
        <p:txBody>
          <a:bodyPr/>
          <a:p>
            <a:r>
              <a:t>Footer</a:t>
            </a:r>
          </a:p>
        </p:txBody>
      </p:sp>
      <p:sp>
        <p:nvSpPr>
          <p:cNvPr id="5" name="PlaceHolder 4"/>
          <p:cNvSpPr>
            <a:spLocks noGrp="1"/>
          </p:cNvSpPr>
          <p:nvPr>
            <p:ph type="sldNum" idx="68"/>
          </p:nvPr>
        </p:nvSpPr>
        <p:spPr/>
        <p:txBody>
          <a:bodyPr/>
          <a:p>
            <a:fld id="{9138C972-9715-47CD-8C99-D0421A691A6E}" type="slidenum">
              <a:t>&lt;#&gt;</a:t>
            </a:fld>
          </a:p>
        </p:txBody>
      </p:sp>
      <p:sp>
        <p:nvSpPr>
          <p:cNvPr id="6" name="PlaceHolder 5"/>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2">
    <p:spTree>
      <p:nvGrpSpPr>
        <p:cNvPr id="1" name=""/>
        <p:cNvGrpSpPr/>
        <p:nvPr/>
      </p:nvGrpSpPr>
      <p:grpSpPr>
        <a:xfrm>
          <a:off x="0" y="0"/>
          <a:ext cx="0" cy="0"/>
          <a:chOff x="0" y="0"/>
          <a:chExt cx="0" cy="0"/>
        </a:xfrm>
      </p:grpSpPr>
      <p:sp>
        <p:nvSpPr>
          <p:cNvPr id="28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6"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0"/>
          </p:nvPr>
        </p:nvSpPr>
        <p:spPr/>
        <p:txBody>
          <a:bodyPr/>
          <a:p>
            <a:r>
              <a:t>Footer</a:t>
            </a:r>
          </a:p>
        </p:txBody>
      </p:sp>
      <p:sp>
        <p:nvSpPr>
          <p:cNvPr id="5" name="PlaceHolder 4"/>
          <p:cNvSpPr>
            <a:spLocks noGrp="1"/>
          </p:cNvSpPr>
          <p:nvPr>
            <p:ph type="sldNum" idx="71"/>
          </p:nvPr>
        </p:nvSpPr>
        <p:spPr/>
        <p:txBody>
          <a:bodyPr/>
          <a:p>
            <a:fld id="{4DCA62CC-1ACD-4B3C-83B4-C2346D9C0A22}" type="slidenum">
              <a:t>&lt;#&gt;</a:t>
            </a:fld>
          </a:p>
        </p:txBody>
      </p:sp>
      <p:sp>
        <p:nvSpPr>
          <p:cNvPr id="6" name="PlaceHolder 5"/>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3">
    <p:spTree>
      <p:nvGrpSpPr>
        <p:cNvPr id="1" name=""/>
        <p:cNvGrpSpPr/>
        <p:nvPr/>
      </p:nvGrpSpPr>
      <p:grpSpPr>
        <a:xfrm>
          <a:off x="0" y="0"/>
          <a:ext cx="0" cy="0"/>
          <a:chOff x="0" y="0"/>
          <a:chExt cx="0" cy="0"/>
        </a:xfrm>
      </p:grpSpPr>
      <p:sp>
        <p:nvSpPr>
          <p:cNvPr id="30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1"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3"/>
          </p:nvPr>
        </p:nvSpPr>
        <p:spPr/>
        <p:txBody>
          <a:bodyPr/>
          <a:p>
            <a:r>
              <a:t>Footer</a:t>
            </a:r>
          </a:p>
        </p:txBody>
      </p:sp>
      <p:sp>
        <p:nvSpPr>
          <p:cNvPr id="5" name="PlaceHolder 4"/>
          <p:cNvSpPr>
            <a:spLocks noGrp="1"/>
          </p:cNvSpPr>
          <p:nvPr>
            <p:ph type="sldNum" idx="74"/>
          </p:nvPr>
        </p:nvSpPr>
        <p:spPr/>
        <p:txBody>
          <a:bodyPr/>
          <a:p>
            <a:fld id="{2FB9251B-5A3B-4583-A9DB-3804A3A8ACEA}" type="slidenum">
              <a:t>&lt;#&gt;</a:t>
            </a:fld>
          </a:p>
        </p:txBody>
      </p:sp>
      <p:sp>
        <p:nvSpPr>
          <p:cNvPr id="6" name="PlaceHolder 5"/>
          <p:cNvSpPr>
            <a:spLocks noGrp="1"/>
          </p:cNvSpPr>
          <p:nvPr>
            <p:ph type="dt" idx="75"/>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4">
    <p:spTree>
      <p:nvGrpSpPr>
        <p:cNvPr id="1" name=""/>
        <p:cNvGrpSpPr/>
        <p:nvPr/>
      </p:nvGrpSpPr>
      <p:grpSpPr>
        <a:xfrm>
          <a:off x="0" y="0"/>
          <a:ext cx="0" cy="0"/>
          <a:chOff x="0" y="0"/>
          <a:chExt cx="0" cy="0"/>
        </a:xfrm>
      </p:grpSpPr>
      <p:sp>
        <p:nvSpPr>
          <p:cNvPr id="31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3"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6"/>
          </p:nvPr>
        </p:nvSpPr>
        <p:spPr/>
        <p:txBody>
          <a:bodyPr/>
          <a:p>
            <a:r>
              <a:t>Footer</a:t>
            </a:r>
          </a:p>
        </p:txBody>
      </p:sp>
      <p:sp>
        <p:nvSpPr>
          <p:cNvPr id="5" name="PlaceHolder 4"/>
          <p:cNvSpPr>
            <a:spLocks noGrp="1"/>
          </p:cNvSpPr>
          <p:nvPr>
            <p:ph type="sldNum" idx="77"/>
          </p:nvPr>
        </p:nvSpPr>
        <p:spPr/>
        <p:txBody>
          <a:bodyPr/>
          <a:p>
            <a:fld id="{4FB82751-09CE-4FAF-86DC-710AB87EEC2E}" type="slidenum">
              <a:t>&lt;#&gt;</a:t>
            </a:fld>
          </a:p>
        </p:txBody>
      </p:sp>
      <p:sp>
        <p:nvSpPr>
          <p:cNvPr id="6" name="PlaceHolder 5"/>
          <p:cNvSpPr>
            <a:spLocks noGrp="1"/>
          </p:cNvSpPr>
          <p:nvPr>
            <p:ph type="dt" idx="78"/>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5">
    <p:spTree>
      <p:nvGrpSpPr>
        <p:cNvPr id="1" name=""/>
        <p:cNvGrpSpPr/>
        <p:nvPr/>
      </p:nvGrpSpPr>
      <p:grpSpPr>
        <a:xfrm>
          <a:off x="0" y="0"/>
          <a:ext cx="0" cy="0"/>
          <a:chOff x="0" y="0"/>
          <a:chExt cx="0" cy="0"/>
        </a:xfrm>
      </p:grpSpPr>
      <p:sp>
        <p:nvSpPr>
          <p:cNvPr id="32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5"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9"/>
          </p:nvPr>
        </p:nvSpPr>
        <p:spPr/>
        <p:txBody>
          <a:bodyPr/>
          <a:p>
            <a:r>
              <a:t>Footer</a:t>
            </a:r>
          </a:p>
        </p:txBody>
      </p:sp>
      <p:sp>
        <p:nvSpPr>
          <p:cNvPr id="5" name="PlaceHolder 4"/>
          <p:cNvSpPr>
            <a:spLocks noGrp="1"/>
          </p:cNvSpPr>
          <p:nvPr>
            <p:ph type="sldNum" idx="80"/>
          </p:nvPr>
        </p:nvSpPr>
        <p:spPr/>
        <p:txBody>
          <a:bodyPr/>
          <a:p>
            <a:fld id="{0BDB9452-9A42-4154-BE12-B94664793E37}" type="slidenum">
              <a:t>&lt;#&gt;</a:t>
            </a:fld>
          </a:p>
        </p:txBody>
      </p:sp>
      <p:sp>
        <p:nvSpPr>
          <p:cNvPr id="6" name="PlaceHolder 5"/>
          <p:cNvSpPr>
            <a:spLocks noGrp="1"/>
          </p:cNvSpPr>
          <p:nvPr>
            <p:ph type="dt" idx="81"/>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6">
    <p:spTree>
      <p:nvGrpSpPr>
        <p:cNvPr id="1" name=""/>
        <p:cNvGrpSpPr/>
        <p:nvPr/>
      </p:nvGrpSpPr>
      <p:grpSpPr>
        <a:xfrm>
          <a:off x="0" y="0"/>
          <a:ext cx="0" cy="0"/>
          <a:chOff x="0" y="0"/>
          <a:chExt cx="0" cy="0"/>
        </a:xfrm>
      </p:grpSpPr>
      <p:sp>
        <p:nvSpPr>
          <p:cNvPr id="33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7"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82"/>
          </p:nvPr>
        </p:nvSpPr>
        <p:spPr/>
        <p:txBody>
          <a:bodyPr/>
          <a:p>
            <a:r>
              <a:t>Footer</a:t>
            </a:r>
          </a:p>
        </p:txBody>
      </p:sp>
      <p:sp>
        <p:nvSpPr>
          <p:cNvPr id="5" name="PlaceHolder 4"/>
          <p:cNvSpPr>
            <a:spLocks noGrp="1"/>
          </p:cNvSpPr>
          <p:nvPr>
            <p:ph type="sldNum" idx="83"/>
          </p:nvPr>
        </p:nvSpPr>
        <p:spPr/>
        <p:txBody>
          <a:bodyPr/>
          <a:p>
            <a:fld id="{A11DC008-872C-4EED-96BC-2776FE77F952}" type="slidenum">
              <a:t>&lt;#&gt;</a:t>
            </a:fld>
          </a:p>
        </p:txBody>
      </p:sp>
      <p:sp>
        <p:nvSpPr>
          <p:cNvPr id="6" name="PlaceHolder 5"/>
          <p:cNvSpPr>
            <a:spLocks noGrp="1"/>
          </p:cNvSpPr>
          <p:nvPr>
            <p:ph type="dt" idx="84"/>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7">
    <p:spTree>
      <p:nvGrpSpPr>
        <p:cNvPr id="1" name=""/>
        <p:cNvGrpSpPr/>
        <p:nvPr/>
      </p:nvGrpSpPr>
      <p:grpSpPr>
        <a:xfrm>
          <a:off x="0" y="0"/>
          <a:ext cx="0" cy="0"/>
          <a:chOff x="0" y="0"/>
          <a:chExt cx="0" cy="0"/>
        </a:xfrm>
      </p:grpSpPr>
      <p:sp>
        <p:nvSpPr>
          <p:cNvPr id="34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9"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85"/>
          </p:nvPr>
        </p:nvSpPr>
        <p:spPr/>
        <p:txBody>
          <a:bodyPr/>
          <a:p>
            <a:r>
              <a:t>Footer</a:t>
            </a:r>
          </a:p>
        </p:txBody>
      </p:sp>
      <p:sp>
        <p:nvSpPr>
          <p:cNvPr id="5" name="PlaceHolder 4"/>
          <p:cNvSpPr>
            <a:spLocks noGrp="1"/>
          </p:cNvSpPr>
          <p:nvPr>
            <p:ph type="sldNum" idx="86"/>
          </p:nvPr>
        </p:nvSpPr>
        <p:spPr/>
        <p:txBody>
          <a:bodyPr/>
          <a:p>
            <a:fld id="{1159DC06-2898-4AC5-836D-495E0F17E14F}" type="slidenum">
              <a:t>&lt;#&gt;</a:t>
            </a:fld>
          </a:p>
        </p:txBody>
      </p:sp>
      <p:sp>
        <p:nvSpPr>
          <p:cNvPr id="6" name="PlaceHolder 5"/>
          <p:cNvSpPr>
            <a:spLocks noGrp="1"/>
          </p:cNvSpPr>
          <p:nvPr>
            <p:ph type="dt" idx="8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36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1"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88"/>
          </p:nvPr>
        </p:nvSpPr>
        <p:spPr/>
        <p:txBody>
          <a:bodyPr/>
          <a:p>
            <a:r>
              <a:t>Footer</a:t>
            </a:r>
          </a:p>
        </p:txBody>
      </p:sp>
      <p:sp>
        <p:nvSpPr>
          <p:cNvPr id="5" name="PlaceHolder 4"/>
          <p:cNvSpPr>
            <a:spLocks noGrp="1"/>
          </p:cNvSpPr>
          <p:nvPr>
            <p:ph type="sldNum" idx="89"/>
          </p:nvPr>
        </p:nvSpPr>
        <p:spPr/>
        <p:txBody>
          <a:bodyPr/>
          <a:p>
            <a:fld id="{74595331-5D4D-43F3-819C-E99373B2764D}" type="slidenum">
              <a:t>&lt;#&gt;</a:t>
            </a:fld>
          </a:p>
        </p:txBody>
      </p:sp>
      <p:sp>
        <p:nvSpPr>
          <p:cNvPr id="6" name="PlaceHolder 5"/>
          <p:cNvSpPr>
            <a:spLocks noGrp="1"/>
          </p:cNvSpPr>
          <p:nvPr>
            <p:ph type="dt" idx="90"/>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9">
    <p:spTree>
      <p:nvGrpSpPr>
        <p:cNvPr id="1" name=""/>
        <p:cNvGrpSpPr/>
        <p:nvPr/>
      </p:nvGrpSpPr>
      <p:grpSpPr>
        <a:xfrm>
          <a:off x="0" y="0"/>
          <a:ext cx="0" cy="0"/>
          <a:chOff x="0" y="0"/>
          <a:chExt cx="0" cy="0"/>
        </a:xfrm>
      </p:grpSpPr>
      <p:sp>
        <p:nvSpPr>
          <p:cNvPr id="37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5"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1"/>
          </p:nvPr>
        </p:nvSpPr>
        <p:spPr/>
        <p:txBody>
          <a:bodyPr/>
          <a:p>
            <a:r>
              <a:t>Footer</a:t>
            </a:r>
          </a:p>
        </p:txBody>
      </p:sp>
      <p:sp>
        <p:nvSpPr>
          <p:cNvPr id="5" name="PlaceHolder 4"/>
          <p:cNvSpPr>
            <a:spLocks noGrp="1"/>
          </p:cNvSpPr>
          <p:nvPr>
            <p:ph type="sldNum" idx="92"/>
          </p:nvPr>
        </p:nvSpPr>
        <p:spPr/>
        <p:txBody>
          <a:bodyPr/>
          <a:p>
            <a:fld id="{38B959AA-F8C1-4099-80CA-AE8F9EC0A1BF}" type="slidenum">
              <a:t>&lt;#&gt;</a:t>
            </a:fld>
          </a:p>
        </p:txBody>
      </p:sp>
      <p:sp>
        <p:nvSpPr>
          <p:cNvPr id="6" name="PlaceHolder 5"/>
          <p:cNvSpPr>
            <a:spLocks noGrp="1"/>
          </p:cNvSpPr>
          <p:nvPr>
            <p:ph type="dt" idx="93"/>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0">
    <p:spTree>
      <p:nvGrpSpPr>
        <p:cNvPr id="1" name=""/>
        <p:cNvGrpSpPr/>
        <p:nvPr/>
      </p:nvGrpSpPr>
      <p:grpSpPr>
        <a:xfrm>
          <a:off x="0" y="0"/>
          <a:ext cx="0" cy="0"/>
          <a:chOff x="0" y="0"/>
          <a:chExt cx="0" cy="0"/>
        </a:xfrm>
      </p:grpSpPr>
      <p:sp>
        <p:nvSpPr>
          <p:cNvPr id="39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1"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4"/>
          </p:nvPr>
        </p:nvSpPr>
        <p:spPr/>
        <p:txBody>
          <a:bodyPr/>
          <a:p>
            <a:r>
              <a:t>Footer</a:t>
            </a:r>
          </a:p>
        </p:txBody>
      </p:sp>
      <p:sp>
        <p:nvSpPr>
          <p:cNvPr id="5" name="PlaceHolder 4"/>
          <p:cNvSpPr>
            <a:spLocks noGrp="1"/>
          </p:cNvSpPr>
          <p:nvPr>
            <p:ph type="sldNum" idx="95"/>
          </p:nvPr>
        </p:nvSpPr>
        <p:spPr/>
        <p:txBody>
          <a:bodyPr/>
          <a:p>
            <a:fld id="{21B46EA6-1781-4EDF-AD4B-12F13CFD0FE8}" type="slidenum">
              <a:t>&lt;#&gt;</a:t>
            </a:fld>
          </a:p>
        </p:txBody>
      </p:sp>
      <p:sp>
        <p:nvSpPr>
          <p:cNvPr id="6" name="PlaceHolder 5"/>
          <p:cNvSpPr>
            <a:spLocks noGrp="1"/>
          </p:cNvSpPr>
          <p:nvPr>
            <p:ph type="dt" idx="96"/>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1">
    <p:spTree>
      <p:nvGrpSpPr>
        <p:cNvPr id="1" name=""/>
        <p:cNvGrpSpPr/>
        <p:nvPr/>
      </p:nvGrpSpPr>
      <p:grpSpPr>
        <a:xfrm>
          <a:off x="0" y="0"/>
          <a:ext cx="0" cy="0"/>
          <a:chOff x="0" y="0"/>
          <a:chExt cx="0" cy="0"/>
        </a:xfrm>
      </p:grpSpPr>
      <p:sp>
        <p:nvSpPr>
          <p:cNvPr id="40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03"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7"/>
          </p:nvPr>
        </p:nvSpPr>
        <p:spPr/>
        <p:txBody>
          <a:bodyPr/>
          <a:p>
            <a:r>
              <a:t>Footer</a:t>
            </a:r>
          </a:p>
        </p:txBody>
      </p:sp>
      <p:sp>
        <p:nvSpPr>
          <p:cNvPr id="5" name="PlaceHolder 4"/>
          <p:cNvSpPr>
            <a:spLocks noGrp="1"/>
          </p:cNvSpPr>
          <p:nvPr>
            <p:ph type="sldNum" idx="98"/>
          </p:nvPr>
        </p:nvSpPr>
        <p:spPr/>
        <p:txBody>
          <a:bodyPr/>
          <a:p>
            <a:fld id="{3C3142A5-3191-44B5-8AA9-5AC66CC2BC71}" type="slidenum">
              <a:t>&lt;#&gt;</a:t>
            </a:fld>
          </a:p>
        </p:txBody>
      </p:sp>
      <p:sp>
        <p:nvSpPr>
          <p:cNvPr id="6" name="PlaceHolder 5"/>
          <p:cNvSpPr>
            <a:spLocks noGrp="1"/>
          </p:cNvSpPr>
          <p:nvPr>
            <p:ph type="dt" idx="9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2">
    <p:spTree>
      <p:nvGrpSpPr>
        <p:cNvPr id="1" name=""/>
        <p:cNvGrpSpPr/>
        <p:nvPr/>
      </p:nvGrpSpPr>
      <p:grpSpPr>
        <a:xfrm>
          <a:off x="0" y="0"/>
          <a:ext cx="0" cy="0"/>
          <a:chOff x="0" y="0"/>
          <a:chExt cx="0" cy="0"/>
        </a:xfrm>
      </p:grpSpPr>
      <p:sp>
        <p:nvSpPr>
          <p:cNvPr id="41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5"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0"/>
          </p:nvPr>
        </p:nvSpPr>
        <p:spPr/>
        <p:txBody>
          <a:bodyPr/>
          <a:p>
            <a:r>
              <a:t>Footer</a:t>
            </a:r>
          </a:p>
        </p:txBody>
      </p:sp>
      <p:sp>
        <p:nvSpPr>
          <p:cNvPr id="5" name="PlaceHolder 4"/>
          <p:cNvSpPr>
            <a:spLocks noGrp="1"/>
          </p:cNvSpPr>
          <p:nvPr>
            <p:ph type="sldNum" idx="101"/>
          </p:nvPr>
        </p:nvSpPr>
        <p:spPr/>
        <p:txBody>
          <a:bodyPr/>
          <a:p>
            <a:fld id="{8DB43DC1-D54B-48B9-A447-580766AC026C}" type="slidenum">
              <a:t>&lt;#&gt;</a:t>
            </a:fld>
          </a:p>
        </p:txBody>
      </p:sp>
      <p:sp>
        <p:nvSpPr>
          <p:cNvPr id="6" name="PlaceHolder 5"/>
          <p:cNvSpPr>
            <a:spLocks noGrp="1"/>
          </p:cNvSpPr>
          <p:nvPr>
            <p:ph type="dt" idx="102"/>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3">
    <p:spTree>
      <p:nvGrpSpPr>
        <p:cNvPr id="1" name=""/>
        <p:cNvGrpSpPr/>
        <p:nvPr/>
      </p:nvGrpSpPr>
      <p:grpSpPr>
        <a:xfrm>
          <a:off x="0" y="0"/>
          <a:ext cx="0" cy="0"/>
          <a:chOff x="0" y="0"/>
          <a:chExt cx="0" cy="0"/>
        </a:xfrm>
      </p:grpSpPr>
      <p:sp>
        <p:nvSpPr>
          <p:cNvPr id="42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7"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3"/>
          </p:nvPr>
        </p:nvSpPr>
        <p:spPr/>
        <p:txBody>
          <a:bodyPr/>
          <a:p>
            <a:r>
              <a:t>Footer</a:t>
            </a:r>
          </a:p>
        </p:txBody>
      </p:sp>
      <p:sp>
        <p:nvSpPr>
          <p:cNvPr id="5" name="PlaceHolder 4"/>
          <p:cNvSpPr>
            <a:spLocks noGrp="1"/>
          </p:cNvSpPr>
          <p:nvPr>
            <p:ph type="sldNum" idx="104"/>
          </p:nvPr>
        </p:nvSpPr>
        <p:spPr/>
        <p:txBody>
          <a:bodyPr/>
          <a:p>
            <a:fld id="{7625D54F-F262-4255-80A8-3F5FF9F045BD}" type="slidenum">
              <a:t>&lt;#&gt;</a:t>
            </a:fld>
          </a:p>
        </p:txBody>
      </p:sp>
      <p:sp>
        <p:nvSpPr>
          <p:cNvPr id="6" name="PlaceHolder 5"/>
          <p:cNvSpPr>
            <a:spLocks noGrp="1"/>
          </p:cNvSpPr>
          <p:nvPr>
            <p:ph type="dt" idx="105"/>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4">
    <p:spTree>
      <p:nvGrpSpPr>
        <p:cNvPr id="1" name=""/>
        <p:cNvGrpSpPr/>
        <p:nvPr/>
      </p:nvGrpSpPr>
      <p:grpSpPr>
        <a:xfrm>
          <a:off x="0" y="0"/>
          <a:ext cx="0" cy="0"/>
          <a:chOff x="0" y="0"/>
          <a:chExt cx="0" cy="0"/>
        </a:xfrm>
      </p:grpSpPr>
      <p:sp>
        <p:nvSpPr>
          <p:cNvPr id="44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1"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6"/>
          </p:nvPr>
        </p:nvSpPr>
        <p:spPr/>
        <p:txBody>
          <a:bodyPr/>
          <a:p>
            <a:r>
              <a:t>Footer</a:t>
            </a:r>
          </a:p>
        </p:txBody>
      </p:sp>
      <p:sp>
        <p:nvSpPr>
          <p:cNvPr id="5" name="PlaceHolder 4"/>
          <p:cNvSpPr>
            <a:spLocks noGrp="1"/>
          </p:cNvSpPr>
          <p:nvPr>
            <p:ph type="sldNum" idx="107"/>
          </p:nvPr>
        </p:nvSpPr>
        <p:spPr/>
        <p:txBody>
          <a:bodyPr/>
          <a:p>
            <a:fld id="{F9B30057-D24F-4F29-AC32-3686CD7A5EEF}" type="slidenum">
              <a:t>&lt;#&gt;</a:t>
            </a:fld>
          </a:p>
        </p:txBody>
      </p:sp>
      <p:sp>
        <p:nvSpPr>
          <p:cNvPr id="6" name="PlaceHolder 5"/>
          <p:cNvSpPr>
            <a:spLocks noGrp="1"/>
          </p:cNvSpPr>
          <p:nvPr>
            <p:ph type="dt" idx="108"/>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5">
    <p:spTree>
      <p:nvGrpSpPr>
        <p:cNvPr id="1" name=""/>
        <p:cNvGrpSpPr/>
        <p:nvPr/>
      </p:nvGrpSpPr>
      <p:grpSpPr>
        <a:xfrm>
          <a:off x="0" y="0"/>
          <a:ext cx="0" cy="0"/>
          <a:chOff x="0" y="0"/>
          <a:chExt cx="0" cy="0"/>
        </a:xfrm>
      </p:grpSpPr>
      <p:sp>
        <p:nvSpPr>
          <p:cNvPr id="45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3"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9"/>
          </p:nvPr>
        </p:nvSpPr>
        <p:spPr/>
        <p:txBody>
          <a:bodyPr/>
          <a:p>
            <a:r>
              <a:t>Footer</a:t>
            </a:r>
          </a:p>
        </p:txBody>
      </p:sp>
      <p:sp>
        <p:nvSpPr>
          <p:cNvPr id="5" name="PlaceHolder 4"/>
          <p:cNvSpPr>
            <a:spLocks noGrp="1"/>
          </p:cNvSpPr>
          <p:nvPr>
            <p:ph type="sldNum" idx="110"/>
          </p:nvPr>
        </p:nvSpPr>
        <p:spPr/>
        <p:txBody>
          <a:bodyPr/>
          <a:p>
            <a:fld id="{1D0ACAE7-17AB-4653-870E-83953642BAC5}" type="slidenum">
              <a:t>&lt;#&gt;</a:t>
            </a:fld>
          </a:p>
        </p:txBody>
      </p:sp>
      <p:sp>
        <p:nvSpPr>
          <p:cNvPr id="6" name="PlaceHolder 5"/>
          <p:cNvSpPr>
            <a:spLocks noGrp="1"/>
          </p:cNvSpPr>
          <p:nvPr>
            <p:ph type="dt" idx="111"/>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6">
    <p:spTree>
      <p:nvGrpSpPr>
        <p:cNvPr id="1" name=""/>
        <p:cNvGrpSpPr/>
        <p:nvPr/>
      </p:nvGrpSpPr>
      <p:grpSpPr>
        <a:xfrm>
          <a:off x="0" y="0"/>
          <a:ext cx="0" cy="0"/>
          <a:chOff x="0" y="0"/>
          <a:chExt cx="0" cy="0"/>
        </a:xfrm>
      </p:grpSpPr>
      <p:sp>
        <p:nvSpPr>
          <p:cNvPr id="46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68"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12"/>
          </p:nvPr>
        </p:nvSpPr>
        <p:spPr/>
        <p:txBody>
          <a:bodyPr/>
          <a:p>
            <a:r>
              <a:t>Footer</a:t>
            </a:r>
          </a:p>
        </p:txBody>
      </p:sp>
      <p:sp>
        <p:nvSpPr>
          <p:cNvPr id="5" name="PlaceHolder 4"/>
          <p:cNvSpPr>
            <a:spLocks noGrp="1"/>
          </p:cNvSpPr>
          <p:nvPr>
            <p:ph type="sldNum" idx="113"/>
          </p:nvPr>
        </p:nvSpPr>
        <p:spPr/>
        <p:txBody>
          <a:bodyPr/>
          <a:p>
            <a:fld id="{8281A93E-A740-419E-9E1A-E6FD4A665B40}" type="slidenum">
              <a:t>&lt;#&gt;</a:t>
            </a:fld>
          </a:p>
        </p:txBody>
      </p:sp>
      <p:sp>
        <p:nvSpPr>
          <p:cNvPr id="6" name="PlaceHolder 5"/>
          <p:cNvSpPr>
            <a:spLocks noGrp="1"/>
          </p:cNvSpPr>
          <p:nvPr>
            <p:ph type="dt" idx="114"/>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7">
    <p:spTree>
      <p:nvGrpSpPr>
        <p:cNvPr id="1" name=""/>
        <p:cNvGrpSpPr/>
        <p:nvPr/>
      </p:nvGrpSpPr>
      <p:grpSpPr>
        <a:xfrm>
          <a:off x="0" y="0"/>
          <a:ext cx="0" cy="0"/>
          <a:chOff x="0" y="0"/>
          <a:chExt cx="0" cy="0"/>
        </a:xfrm>
      </p:grpSpPr>
      <p:sp>
        <p:nvSpPr>
          <p:cNvPr id="47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5"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15"/>
          </p:nvPr>
        </p:nvSpPr>
        <p:spPr/>
        <p:txBody>
          <a:bodyPr/>
          <a:p>
            <a:r>
              <a:t>Footer</a:t>
            </a:r>
          </a:p>
        </p:txBody>
      </p:sp>
      <p:sp>
        <p:nvSpPr>
          <p:cNvPr id="5" name="PlaceHolder 4"/>
          <p:cNvSpPr>
            <a:spLocks noGrp="1"/>
          </p:cNvSpPr>
          <p:nvPr>
            <p:ph type="sldNum" idx="116"/>
          </p:nvPr>
        </p:nvSpPr>
        <p:spPr/>
        <p:txBody>
          <a:bodyPr/>
          <a:p>
            <a:fld id="{B74C2318-A72E-41FD-819A-804F5E0F7309}" type="slidenum">
              <a:t>&lt;#&gt;</a:t>
            </a:fld>
          </a:p>
        </p:txBody>
      </p:sp>
      <p:sp>
        <p:nvSpPr>
          <p:cNvPr id="6" name="PlaceHolder 5"/>
          <p:cNvSpPr>
            <a:spLocks noGrp="1"/>
          </p:cNvSpPr>
          <p:nvPr>
            <p:ph type="dt" idx="117"/>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8">
    <p:spTree>
      <p:nvGrpSpPr>
        <p:cNvPr id="1" name=""/>
        <p:cNvGrpSpPr/>
        <p:nvPr/>
      </p:nvGrpSpPr>
      <p:grpSpPr>
        <a:xfrm>
          <a:off x="0" y="0"/>
          <a:ext cx="0" cy="0"/>
          <a:chOff x="0" y="0"/>
          <a:chExt cx="0" cy="0"/>
        </a:xfrm>
      </p:grpSpPr>
      <p:sp>
        <p:nvSpPr>
          <p:cNvPr id="48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2"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18"/>
          </p:nvPr>
        </p:nvSpPr>
        <p:spPr/>
        <p:txBody>
          <a:bodyPr/>
          <a:p>
            <a:r>
              <a:t>Footer</a:t>
            </a:r>
          </a:p>
        </p:txBody>
      </p:sp>
      <p:sp>
        <p:nvSpPr>
          <p:cNvPr id="5" name="PlaceHolder 4"/>
          <p:cNvSpPr>
            <a:spLocks noGrp="1"/>
          </p:cNvSpPr>
          <p:nvPr>
            <p:ph type="sldNum" idx="119"/>
          </p:nvPr>
        </p:nvSpPr>
        <p:spPr/>
        <p:txBody>
          <a:bodyPr/>
          <a:p>
            <a:fld id="{E92D4085-6E78-403E-BA36-37C8E8F2C9B6}" type="slidenum">
              <a:t>&lt;#&gt;</a:t>
            </a:fld>
          </a:p>
        </p:txBody>
      </p:sp>
      <p:sp>
        <p:nvSpPr>
          <p:cNvPr id="6" name="PlaceHolder 5"/>
          <p:cNvSpPr>
            <a:spLocks noGrp="1"/>
          </p:cNvSpPr>
          <p:nvPr>
            <p:ph type="dt" idx="12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9">
    <p:spTree>
      <p:nvGrpSpPr>
        <p:cNvPr id="1" name=""/>
        <p:cNvGrpSpPr/>
        <p:nvPr/>
      </p:nvGrpSpPr>
      <p:grpSpPr>
        <a:xfrm>
          <a:off x="0" y="0"/>
          <a:ext cx="0" cy="0"/>
          <a:chOff x="0" y="0"/>
          <a:chExt cx="0" cy="0"/>
        </a:xfrm>
      </p:grpSpPr>
      <p:sp>
        <p:nvSpPr>
          <p:cNvPr id="48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9"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21"/>
          </p:nvPr>
        </p:nvSpPr>
        <p:spPr/>
        <p:txBody>
          <a:bodyPr/>
          <a:p>
            <a:r>
              <a:t>Footer</a:t>
            </a:r>
          </a:p>
        </p:txBody>
      </p:sp>
      <p:sp>
        <p:nvSpPr>
          <p:cNvPr id="5" name="PlaceHolder 4"/>
          <p:cNvSpPr>
            <a:spLocks noGrp="1"/>
          </p:cNvSpPr>
          <p:nvPr>
            <p:ph type="sldNum" idx="122"/>
          </p:nvPr>
        </p:nvSpPr>
        <p:spPr/>
        <p:txBody>
          <a:bodyPr/>
          <a:p>
            <a:fld id="{87DCC56B-EA9F-45F7-825E-E8B2960896D9}" type="slidenum">
              <a:t>&lt;#&gt;</a:t>
            </a:fld>
          </a:p>
        </p:txBody>
      </p:sp>
      <p:sp>
        <p:nvSpPr>
          <p:cNvPr id="6" name="PlaceHolder 5"/>
          <p:cNvSpPr>
            <a:spLocks noGrp="1"/>
          </p:cNvSpPr>
          <p:nvPr>
            <p:ph type="dt" idx="123"/>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0">
    <p:spTree>
      <p:nvGrpSpPr>
        <p:cNvPr id="1" name=""/>
        <p:cNvGrpSpPr/>
        <p:nvPr/>
      </p:nvGrpSpPr>
      <p:grpSpPr>
        <a:xfrm>
          <a:off x="0" y="0"/>
          <a:ext cx="0" cy="0"/>
          <a:chOff x="0" y="0"/>
          <a:chExt cx="0" cy="0"/>
        </a:xfrm>
      </p:grpSpPr>
      <p:sp>
        <p:nvSpPr>
          <p:cNvPr id="49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6" name="PlaceHolder 2"/>
          <p:cNvSpPr>
            <a:spLocks noGrp="1"/>
          </p:cNvSpPr>
          <p:nvPr>
            <p:ph/>
          </p:nvPr>
        </p:nvSpPr>
        <p:spPr>
          <a:xfrm>
            <a:off x="1435680" y="1447920"/>
            <a:ext cx="7496640" cy="479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24"/>
          </p:nvPr>
        </p:nvSpPr>
        <p:spPr/>
        <p:txBody>
          <a:bodyPr/>
          <a:p>
            <a:r>
              <a:t>Footer</a:t>
            </a:r>
          </a:p>
        </p:txBody>
      </p:sp>
      <p:sp>
        <p:nvSpPr>
          <p:cNvPr id="5" name="PlaceHolder 4"/>
          <p:cNvSpPr>
            <a:spLocks noGrp="1"/>
          </p:cNvSpPr>
          <p:nvPr>
            <p:ph type="sldNum" idx="125"/>
          </p:nvPr>
        </p:nvSpPr>
        <p:spPr/>
        <p:txBody>
          <a:bodyPr/>
          <a:p>
            <a:fld id="{A03125EA-86F1-48CA-865B-007D0422159F}" type="slidenum">
              <a:t>&lt;#&gt;</a:t>
            </a:fld>
          </a:p>
        </p:txBody>
      </p:sp>
      <p:sp>
        <p:nvSpPr>
          <p:cNvPr id="6" name="PlaceHolder 5"/>
          <p:cNvSpPr>
            <a:spLocks noGrp="1"/>
          </p:cNvSpPr>
          <p:nvPr>
            <p:ph type="dt" idx="12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2.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2.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2.pn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pn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pn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2.pn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2.pn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2.png"/><Relationship Id="rId3"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2.pn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2.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2.png"/><Relationship Id="rId3"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2.png"/><Relationship Id="rId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2.png"/><Relationship Id="rId3"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2.png"/><Relationship Id="rId3"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2.png"/><Relationship Id="rId3"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2.png"/><Relationship Id="rId3"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2.png"/><Relationship Id="rId3"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image" Target="../media/image2.png"/><Relationship Id="rId3"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image" Target="../media/image2.png"/><Relationship Id="rId3"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image" Target="../media/image2.png"/><Relationship Id="rId3"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image" Target="../media/image2.png"/><Relationship Id="rId3"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image" Target="../media/image2.png"/><Relationship Id="rId3"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image" Target="../media/image2.png"/><Relationship Id="rId3"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image" Target="../media/image2.png"/><Relationship Id="rId3"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image" Target="../media/image2.png"/><Relationship Id="rId3"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image" Target="../media/image2.png"/><Relationship Id="rId3"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Google Shape;6;p1" hidden="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 name="Google Shape;7;p1" hidden="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2" name="Google Shape;14;p2"/>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3" name="Google Shape;15;p2"/>
          <p:cNvSpPr/>
          <p:nvPr/>
        </p:nvSpPr>
        <p:spPr>
          <a:xfrm>
            <a:off x="65160" y="69840"/>
            <a:ext cx="9012240" cy="6689880"/>
          </a:xfrm>
          <a:prstGeom prst="roundRect">
            <a:avLst>
              <a:gd name="adj" fmla="val 4929"/>
            </a:avLst>
          </a:prstGeom>
          <a:blipFill rotWithShape="0">
            <a:blip r:embed="rId3"/>
            <a:srcRect/>
            <a:stretch/>
          </a:blip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4" name="Google Shape;16;p2"/>
          <p:cNvSpPr/>
          <p:nvPr/>
        </p:nvSpPr>
        <p:spPr>
          <a:xfrm>
            <a:off x="63360" y="1449360"/>
            <a:ext cx="9018720" cy="152604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5" name="Google Shape;17;p2"/>
          <p:cNvSpPr/>
          <p:nvPr/>
        </p:nvSpPr>
        <p:spPr>
          <a:xfrm>
            <a:off x="63360" y="1397160"/>
            <a:ext cx="9018720" cy="119160"/>
          </a:xfrm>
          <a:prstGeom prst="rect">
            <a:avLst/>
          </a:prstGeom>
          <a:solidFill>
            <a:srgbClr val="d8adb7"/>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6" name="Google Shape;18;p2"/>
          <p:cNvSpPr/>
          <p:nvPr/>
        </p:nvSpPr>
        <p:spPr>
          <a:xfrm>
            <a:off x="63360" y="2976480"/>
            <a:ext cx="9018720" cy="109440"/>
          </a:xfrm>
          <a:prstGeom prst="rect">
            <a:avLst/>
          </a:prstGeom>
          <a:solidFill>
            <a:schemeClr val="accent5"/>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 name="PlaceHolder 3"/>
          <p:cNvSpPr>
            <a:spLocks noGrp="1"/>
          </p:cNvSpPr>
          <p:nvPr>
            <p:ph type="ftr" idx="1"/>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4"/>
          <p:cNvSpPr>
            <a:spLocks noGrp="1"/>
          </p:cNvSpPr>
          <p:nvPr>
            <p:ph type="sldNum" idx="2"/>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D23F357E-6E6F-4100-8FEC-C7C6672401EB}"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11" name="PlaceHolder 5"/>
          <p:cNvSpPr>
            <a:spLocks noGrp="1"/>
          </p:cNvSpPr>
          <p:nvPr>
            <p:ph type="dt" idx="3"/>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4" name="Google Shape;6;p1" hidden="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5" name="Google Shape;7;p1" hidden="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6" name="Google Shape;14;p2"/>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7" name="Google Shape;15;p2"/>
          <p:cNvSpPr/>
          <p:nvPr/>
        </p:nvSpPr>
        <p:spPr>
          <a:xfrm>
            <a:off x="65160" y="69840"/>
            <a:ext cx="9012240" cy="6689880"/>
          </a:xfrm>
          <a:prstGeom prst="roundRect">
            <a:avLst>
              <a:gd name="adj" fmla="val 4929"/>
            </a:avLst>
          </a:prstGeom>
          <a:blipFill rotWithShape="0">
            <a:blip r:embed="rId3"/>
            <a:srcRect/>
            <a:stretch/>
          </a:blip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8" name="Google Shape;16;p2"/>
          <p:cNvSpPr/>
          <p:nvPr/>
        </p:nvSpPr>
        <p:spPr>
          <a:xfrm>
            <a:off x="63360" y="1449360"/>
            <a:ext cx="9018720" cy="152604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9" name="Google Shape;17;p2"/>
          <p:cNvSpPr/>
          <p:nvPr/>
        </p:nvSpPr>
        <p:spPr>
          <a:xfrm>
            <a:off x="63360" y="1397160"/>
            <a:ext cx="9018720" cy="119160"/>
          </a:xfrm>
          <a:prstGeom prst="rect">
            <a:avLst/>
          </a:prstGeom>
          <a:solidFill>
            <a:srgbClr val="d8adb7"/>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20" name="Google Shape;18;p2"/>
          <p:cNvSpPr/>
          <p:nvPr/>
        </p:nvSpPr>
        <p:spPr>
          <a:xfrm>
            <a:off x="63360" y="2976480"/>
            <a:ext cx="9018720" cy="109440"/>
          </a:xfrm>
          <a:prstGeom prst="rect">
            <a:avLst/>
          </a:prstGeom>
          <a:solidFill>
            <a:schemeClr val="accent5"/>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2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ftr" idx="4"/>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 name="PlaceHolder 3"/>
          <p:cNvSpPr>
            <a:spLocks noGrp="1"/>
          </p:cNvSpPr>
          <p:nvPr>
            <p:ph type="sldNum" idx="5"/>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051F22CA-CCD2-4A05-AFEE-EB328C124031}"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24" name="PlaceHolder 4"/>
          <p:cNvSpPr>
            <a:spLocks noGrp="1"/>
          </p:cNvSpPr>
          <p:nvPr>
            <p:ph type="dt" idx="6"/>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29"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3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 name="PlaceHolder 3"/>
          <p:cNvSpPr>
            <a:spLocks noGrp="1"/>
          </p:cNvSpPr>
          <p:nvPr>
            <p:ph type="ftr" idx="7"/>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4"/>
          <p:cNvSpPr>
            <a:spLocks noGrp="1"/>
          </p:cNvSpPr>
          <p:nvPr>
            <p:ph type="sldNum" idx="8"/>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1EEAB152-83B5-448B-8543-4A0B4F431443}"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34" name="PlaceHolder 5"/>
          <p:cNvSpPr>
            <a:spLocks noGrp="1"/>
          </p:cNvSpPr>
          <p:nvPr>
            <p:ph type="dt" idx="9"/>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7"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38"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3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0"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 name="PlaceHolder 3"/>
          <p:cNvSpPr>
            <a:spLocks noGrp="1"/>
          </p:cNvSpPr>
          <p:nvPr>
            <p:ph type="ftr" idx="10"/>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4"/>
          <p:cNvSpPr>
            <a:spLocks noGrp="1"/>
          </p:cNvSpPr>
          <p:nvPr>
            <p:ph type="sldNum" idx="11"/>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E616D889-7B9D-47A6-B2B1-29CFB100B6A0}"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43" name="PlaceHolder 5"/>
          <p:cNvSpPr>
            <a:spLocks noGrp="1"/>
          </p:cNvSpPr>
          <p:nvPr>
            <p:ph type="dt" idx="12"/>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6" name="Google Shape;6;p1" hidden="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47" name="Google Shape;7;p1" hidden="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48" name="Google Shape;31;p4"/>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49" name="Google Shape;32;p4"/>
          <p:cNvSpPr/>
          <p:nvPr/>
        </p:nvSpPr>
        <p:spPr>
          <a:xfrm>
            <a:off x="65160" y="69840"/>
            <a:ext cx="9012240" cy="6690600"/>
          </a:xfrm>
          <a:prstGeom prst="roundRect">
            <a:avLst>
              <a:gd name="adj" fmla="val 4929"/>
            </a:avLst>
          </a:prstGeom>
          <a:blipFill rotWithShape="0">
            <a:blip r:embed="rId3"/>
            <a:srcRect/>
            <a:stretch/>
          </a:blip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50" name="Google Shape;33;p4"/>
          <p:cNvSpPr/>
          <p:nvPr/>
        </p:nvSpPr>
        <p:spPr>
          <a:xfrm flipH="1" rot="10800000">
            <a:off x="69120" y="2377800"/>
            <a:ext cx="9012240" cy="9072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51" name="Google Shape;34;p4"/>
          <p:cNvSpPr/>
          <p:nvPr/>
        </p:nvSpPr>
        <p:spPr>
          <a:xfrm>
            <a:off x="69840" y="2341440"/>
            <a:ext cx="9012240" cy="44640"/>
          </a:xfrm>
          <a:prstGeom prst="rect">
            <a:avLst/>
          </a:prstGeom>
          <a:solidFill>
            <a:srgbClr val="d8adb7"/>
          </a:solidFill>
          <a:ln w="0">
            <a:noFill/>
          </a:ln>
        </p:spPr>
        <p:style>
          <a:lnRef idx="0"/>
          <a:fillRef idx="0"/>
          <a:effectRef idx="0"/>
          <a:fontRef idx="minor"/>
        </p:style>
        <p:txBody>
          <a:bodyPr lIns="90000" rIns="90000" tIns="22320" bIns="22320" anchor="ctr">
            <a:noAutofit/>
          </a:bodyPr>
          <a:p>
            <a:pPr>
              <a:lnSpc>
                <a:spcPct val="100000"/>
              </a:lnSpc>
            </a:pPr>
            <a:endParaRPr b="0" lang="en-US" sz="1800" spc="-1" strike="noStrike">
              <a:solidFill>
                <a:srgbClr val="ffffff"/>
              </a:solidFill>
              <a:latin typeface="Libre Baskerville"/>
              <a:ea typeface="Libre Baskerville"/>
            </a:endParaRPr>
          </a:p>
        </p:txBody>
      </p:sp>
      <p:sp>
        <p:nvSpPr>
          <p:cNvPr id="52" name="Google Shape;35;p4"/>
          <p:cNvSpPr/>
          <p:nvPr/>
        </p:nvSpPr>
        <p:spPr>
          <a:xfrm>
            <a:off x="68400" y="2468520"/>
            <a:ext cx="9014040" cy="44640"/>
          </a:xfrm>
          <a:prstGeom prst="rect">
            <a:avLst/>
          </a:prstGeom>
          <a:solidFill>
            <a:schemeClr val="accent5"/>
          </a:solidFill>
          <a:ln w="0">
            <a:noFill/>
          </a:ln>
        </p:spPr>
        <p:style>
          <a:lnRef idx="0"/>
          <a:fillRef idx="0"/>
          <a:effectRef idx="0"/>
          <a:fontRef idx="minor"/>
        </p:style>
        <p:txBody>
          <a:bodyPr lIns="90000" rIns="90000" tIns="22320" bIns="22320" anchor="ctr">
            <a:noAutofit/>
          </a:bodyPr>
          <a:p>
            <a:pPr>
              <a:lnSpc>
                <a:spcPct val="100000"/>
              </a:lnSpc>
            </a:pPr>
            <a:endParaRPr b="0" lang="en-US" sz="1800" spc="-1" strike="noStrike">
              <a:solidFill>
                <a:srgbClr val="ffffff"/>
              </a:solidFill>
              <a:latin typeface="Libre Baskerville"/>
              <a:ea typeface="Libre Baskerville"/>
            </a:endParaRPr>
          </a:p>
        </p:txBody>
      </p:sp>
      <p:sp>
        <p:nvSpPr>
          <p:cNvPr id="5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4"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5" name="PlaceHolder 3"/>
          <p:cNvSpPr>
            <a:spLocks noGrp="1"/>
          </p:cNvSpPr>
          <p:nvPr>
            <p:ph type="ftr" idx="13"/>
          </p:nvPr>
        </p:nvSpPr>
        <p:spPr>
          <a:xfrm>
            <a:off x="800280" y="6172200"/>
            <a:ext cx="399924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6" name="PlaceHolder 4"/>
          <p:cNvSpPr>
            <a:spLocks noGrp="1"/>
          </p:cNvSpPr>
          <p:nvPr>
            <p:ph type="sldNum" idx="14"/>
          </p:nvPr>
        </p:nvSpPr>
        <p:spPr>
          <a:xfrm>
            <a:off x="146160" y="62085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4CCAB1DD-66AA-422A-838F-4025617A7A7C}"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57" name="PlaceHolder 5"/>
          <p:cNvSpPr>
            <a:spLocks noGrp="1"/>
          </p:cNvSpPr>
          <p:nvPr>
            <p:ph type="dt" idx="15"/>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0"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61"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6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3"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4" name="PlaceHolder 3"/>
          <p:cNvSpPr>
            <a:spLocks noGrp="1"/>
          </p:cNvSpPr>
          <p:nvPr>
            <p:ph type="ftr" idx="16"/>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5" name="PlaceHolder 4"/>
          <p:cNvSpPr>
            <a:spLocks noGrp="1"/>
          </p:cNvSpPr>
          <p:nvPr>
            <p:ph type="sldNum" idx="17"/>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1781028C-DC29-4B47-812A-B06E2EDD1856}"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66" name="PlaceHolder 5"/>
          <p:cNvSpPr>
            <a:spLocks noGrp="1"/>
          </p:cNvSpPr>
          <p:nvPr>
            <p:ph type="dt" idx="18"/>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9"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70"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7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2"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3" name="PlaceHolder 3"/>
          <p:cNvSpPr>
            <a:spLocks noGrp="1"/>
          </p:cNvSpPr>
          <p:nvPr>
            <p:ph type="ftr" idx="19"/>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4" name="PlaceHolder 4"/>
          <p:cNvSpPr>
            <a:spLocks noGrp="1"/>
          </p:cNvSpPr>
          <p:nvPr>
            <p:ph type="sldNum" idx="20"/>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393E337D-6B43-4191-958E-CB50E960E6D1}"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75" name="PlaceHolder 5"/>
          <p:cNvSpPr>
            <a:spLocks noGrp="1"/>
          </p:cNvSpPr>
          <p:nvPr>
            <p:ph type="dt" idx="21"/>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8"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79"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8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1"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2" name="PlaceHolder 3"/>
          <p:cNvSpPr>
            <a:spLocks noGrp="1"/>
          </p:cNvSpPr>
          <p:nvPr>
            <p:ph type="ftr" idx="22"/>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3" name="PlaceHolder 4"/>
          <p:cNvSpPr>
            <a:spLocks noGrp="1"/>
          </p:cNvSpPr>
          <p:nvPr>
            <p:ph type="sldNum" idx="23"/>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E149CA2B-8DB7-4E84-82DC-EF7F9163986D}"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84" name="PlaceHolder 5"/>
          <p:cNvSpPr>
            <a:spLocks noGrp="1"/>
          </p:cNvSpPr>
          <p:nvPr>
            <p:ph type="dt" idx="24"/>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7"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88"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89" name="Google Shape;58;p8"/>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90" name="Google Shape;59;p8"/>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9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2"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3"/>
          <p:cNvSpPr>
            <a:spLocks noGrp="1"/>
          </p:cNvSpPr>
          <p:nvPr>
            <p:ph type="ftr" idx="25"/>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4" name="PlaceHolder 4"/>
          <p:cNvSpPr>
            <a:spLocks noGrp="1"/>
          </p:cNvSpPr>
          <p:nvPr>
            <p:ph type="sldNum" idx="26"/>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8769F162-11E9-4F07-901F-69AFB43753B9}"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95" name="PlaceHolder 5"/>
          <p:cNvSpPr>
            <a:spLocks noGrp="1"/>
          </p:cNvSpPr>
          <p:nvPr>
            <p:ph type="dt" idx="27"/>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8"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99"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00" name="Google Shape;67;p9"/>
          <p:cNvSpPr/>
          <p:nvPr/>
        </p:nvSpPr>
        <p:spPr>
          <a:xfrm flipH="1" rot="10800000">
            <a:off x="68040" y="4684320"/>
            <a:ext cx="9006120" cy="90720"/>
          </a:xfrm>
          <a:prstGeom prst="rect">
            <a:avLst/>
          </a:prstGeom>
          <a:solidFill>
            <a:schemeClr val="accent1"/>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01" name="Google Shape;68;p9"/>
          <p:cNvSpPr/>
          <p:nvPr/>
        </p:nvSpPr>
        <p:spPr>
          <a:xfrm>
            <a:off x="68400" y="4649760"/>
            <a:ext cx="9006120" cy="44640"/>
          </a:xfrm>
          <a:prstGeom prst="rect">
            <a:avLst/>
          </a:prstGeom>
          <a:solidFill>
            <a:srgbClr val="d8adb7"/>
          </a:solidFill>
          <a:ln w="0">
            <a:noFill/>
          </a:ln>
        </p:spPr>
        <p:style>
          <a:lnRef idx="0"/>
          <a:fillRef idx="0"/>
          <a:effectRef idx="0"/>
          <a:fontRef idx="minor"/>
        </p:style>
        <p:txBody>
          <a:bodyPr lIns="90000" rIns="90000" tIns="22320" bIns="2232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02" name="Google Shape;69;p9"/>
          <p:cNvSpPr/>
          <p:nvPr/>
        </p:nvSpPr>
        <p:spPr>
          <a:xfrm>
            <a:off x="68400" y="4773600"/>
            <a:ext cx="9006120" cy="46440"/>
          </a:xfrm>
          <a:prstGeom prst="rect">
            <a:avLst/>
          </a:prstGeom>
          <a:solidFill>
            <a:schemeClr val="accent5"/>
          </a:solidFill>
          <a:ln w="0">
            <a:noFill/>
          </a:ln>
        </p:spPr>
        <p:style>
          <a:lnRef idx="0"/>
          <a:fillRef idx="0"/>
          <a:effectRef idx="0"/>
          <a:fontRef idx="minor"/>
        </p:style>
        <p:txBody>
          <a:bodyPr lIns="90000" rIns="90000" tIns="23400" bIns="234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0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4"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5" name="PlaceHolder 3"/>
          <p:cNvSpPr>
            <a:spLocks noGrp="1"/>
          </p:cNvSpPr>
          <p:nvPr>
            <p:ph type="ftr" idx="28"/>
          </p:nvPr>
        </p:nvSpPr>
        <p:spPr>
          <a:xfrm>
            <a:off x="914400" y="6172200"/>
            <a:ext cx="388476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6" name="PlaceHolder 4"/>
          <p:cNvSpPr>
            <a:spLocks noGrp="1"/>
          </p:cNvSpPr>
          <p:nvPr>
            <p:ph type="sldNum" idx="29"/>
          </p:nvPr>
        </p:nvSpPr>
        <p:spPr>
          <a:xfrm>
            <a:off x="146160" y="62085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986AB611-71B1-4375-AA93-363CCD5E13B2}"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107" name="PlaceHolder 5"/>
          <p:cNvSpPr>
            <a:spLocks noGrp="1"/>
          </p:cNvSpPr>
          <p:nvPr>
            <p:ph type="dt" idx="30"/>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0" name="Google Shape;6;p1"/>
          <p:cNvSpPr/>
          <p:nvPr/>
        </p:nvSpPr>
        <p:spPr>
          <a:xfrm>
            <a:off x="0" y="0"/>
            <a:ext cx="9142560" cy="6856560"/>
          </a:xfrm>
          <a:prstGeom prst="rect">
            <a:avLst/>
          </a:pr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11" name="Google Shape;7;p1"/>
          <p:cNvSpPr/>
          <p:nvPr/>
        </p:nvSpPr>
        <p:spPr>
          <a:xfrm>
            <a:off x="63360" y="69840"/>
            <a:ext cx="9012240" cy="6691680"/>
          </a:xfrm>
          <a:prstGeom prst="roundRect">
            <a:avLst>
              <a:gd name="adj" fmla="val 4929"/>
            </a:avLst>
          </a:prstGeom>
          <a:solidFill>
            <a:schemeClr val="lt1"/>
          </a:solidFill>
          <a:ln cap="sq" w="9360">
            <a:solidFill>
              <a:srgbClr val="000000"/>
            </a:solidFill>
            <a:round/>
          </a:ln>
        </p:spPr>
        <p:style>
          <a:lnRef idx="0"/>
          <a:fillRef idx="0"/>
          <a:effectRef idx="0"/>
          <a:fontRef idx="minor"/>
        </p:style>
        <p:txBody>
          <a:bodyPr lIns="90000" rIns="90000" tIns="45000" bIns="45000" anchor="ctr">
            <a:noAutofit/>
          </a:bodyPr>
          <a:p>
            <a:pPr>
              <a:lnSpc>
                <a:spcPct val="100000"/>
              </a:lnSpc>
            </a:pPr>
            <a:endParaRPr b="0" lang="en-US" sz="1800" spc="-1" strike="noStrike">
              <a:solidFill>
                <a:srgbClr val="ffffff"/>
              </a:solidFill>
              <a:latin typeface="Libre Baskerville"/>
              <a:ea typeface="Libre Baskerville"/>
            </a:endParaRPr>
          </a:p>
        </p:txBody>
      </p:sp>
      <p:sp>
        <p:nvSpPr>
          <p:cNvPr id="11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3"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4" name="PlaceHolder 3"/>
          <p:cNvSpPr>
            <a:spLocks noGrp="1"/>
          </p:cNvSpPr>
          <p:nvPr>
            <p:ph type="ftr" idx="31"/>
          </p:nvPr>
        </p:nvSpPr>
        <p:spPr>
          <a:xfrm>
            <a:off x="914400" y="6172200"/>
            <a:ext cx="3961080" cy="455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5" name="PlaceHolder 4"/>
          <p:cNvSpPr>
            <a:spLocks noGrp="1"/>
          </p:cNvSpPr>
          <p:nvPr>
            <p:ph type="sldNum" idx="32"/>
          </p:nvPr>
        </p:nvSpPr>
        <p:spPr>
          <a:xfrm>
            <a:off x="146160" y="6210360"/>
            <a:ext cx="455760" cy="455760"/>
          </a:xfrm>
          <a:prstGeom prst="rect">
            <a:avLst/>
          </a:prstGeom>
          <a:solidFill>
            <a:schemeClr val="accent1"/>
          </a:solidFill>
          <a:ln w="0">
            <a:noFill/>
          </a:ln>
        </p:spPr>
        <p:txBody>
          <a:bodyPr lIns="0" rIns="0" tIns="0" bIns="0" anchor="ctr">
            <a:noAutofit/>
          </a:bodyPr>
          <a:lstStyle>
            <a:lvl1pPr indent="0" algn="ctr">
              <a:lnSpc>
                <a:spcPct val="100000"/>
              </a:lnSpc>
              <a:buNone/>
              <a:tabLst>
                <a:tab algn="l" pos="0"/>
              </a:tabLst>
              <a:defRPr b="0" lang="en-US" sz="1400" spc="-1" strike="noStrike">
                <a:solidFill>
                  <a:srgbClr val="ffffff"/>
                </a:solidFill>
                <a:latin typeface="Libre Franklin"/>
                <a:ea typeface="Libre Franklin"/>
              </a:defRPr>
            </a:lvl1pPr>
          </a:lstStyle>
          <a:p>
            <a:pPr indent="0" algn="ctr">
              <a:lnSpc>
                <a:spcPct val="100000"/>
              </a:lnSpc>
              <a:buNone/>
              <a:tabLst>
                <a:tab algn="l" pos="0"/>
              </a:tabLst>
            </a:pPr>
            <a:fld id="{B96EA6A2-449F-462A-97F7-2708DEB8CB80}" type="slidenum">
              <a:rPr b="0" lang="en-US" sz="1400" spc="-1" strike="noStrike">
                <a:solidFill>
                  <a:srgbClr val="ffffff"/>
                </a:solidFill>
                <a:latin typeface="Libre Franklin"/>
                <a:ea typeface="Libre Franklin"/>
              </a:rPr>
              <a:t>&lt;number&gt;</a:t>
            </a:fld>
            <a:endParaRPr b="0" lang="en-US" sz="1400" spc="-1" strike="noStrike">
              <a:solidFill>
                <a:srgbClr val="ffffff"/>
              </a:solidFill>
              <a:latin typeface="Times New Roman"/>
            </a:endParaRPr>
          </a:p>
        </p:txBody>
      </p:sp>
      <p:sp>
        <p:nvSpPr>
          <p:cNvPr id="116" name="PlaceHolder 5"/>
          <p:cNvSpPr>
            <a:spLocks noGrp="1"/>
          </p:cNvSpPr>
          <p:nvPr>
            <p:ph type="dt" idx="33"/>
          </p:nvPr>
        </p:nvSpPr>
        <p:spPr>
          <a:xfrm>
            <a:off x="6172200" y="6191280"/>
            <a:ext cx="2475000" cy="47484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19"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20"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21"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22"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23"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24" name="Google Shape;105;p13"/>
          <p:cNvSpPr/>
          <p:nvPr/>
        </p:nvSpPr>
        <p:spPr>
          <a:xfrm>
            <a:off x="921600" y="141372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125" name="Google Shape;106;p13"/>
          <p:cNvSpPr/>
          <p:nvPr/>
        </p:nvSpPr>
        <p:spPr>
          <a:xfrm>
            <a:off x="1157040" y="134496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12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7"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8" name="PlaceHolder 3"/>
          <p:cNvSpPr>
            <a:spLocks noGrp="1"/>
          </p:cNvSpPr>
          <p:nvPr>
            <p:ph type="ftr" idx="34"/>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9" name="PlaceHolder 4"/>
          <p:cNvSpPr>
            <a:spLocks noGrp="1"/>
          </p:cNvSpPr>
          <p:nvPr>
            <p:ph type="sldNum" idx="35"/>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A38724BB-7D7C-4302-911F-B88EACF59BF2}"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130" name="PlaceHolder 5"/>
          <p:cNvSpPr>
            <a:spLocks noGrp="1"/>
          </p:cNvSpPr>
          <p:nvPr>
            <p:ph type="dt" idx="36"/>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33"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34"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35"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36"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37"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38" name="Google Shape;105;p13"/>
          <p:cNvSpPr/>
          <p:nvPr/>
        </p:nvSpPr>
        <p:spPr>
          <a:xfrm>
            <a:off x="921600" y="141372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139" name="Google Shape;106;p13"/>
          <p:cNvSpPr/>
          <p:nvPr/>
        </p:nvSpPr>
        <p:spPr>
          <a:xfrm>
            <a:off x="1157040" y="134496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14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1" name="PlaceHolder 2"/>
          <p:cNvSpPr>
            <a:spLocks noGrp="1"/>
          </p:cNvSpPr>
          <p:nvPr>
            <p:ph type="ftr" idx="37"/>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2" name="PlaceHolder 3"/>
          <p:cNvSpPr>
            <a:spLocks noGrp="1"/>
          </p:cNvSpPr>
          <p:nvPr>
            <p:ph type="sldNum" idx="38"/>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E775F9FD-4327-43A4-A8A2-CC98422906B2}"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143" name="PlaceHolder 4"/>
          <p:cNvSpPr>
            <a:spLocks noGrp="1"/>
          </p:cNvSpPr>
          <p:nvPr>
            <p:ph type="dt" idx="39"/>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4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47"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48"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49"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50"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51"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52" name="Google Shape;105;p13"/>
          <p:cNvSpPr/>
          <p:nvPr/>
        </p:nvSpPr>
        <p:spPr>
          <a:xfrm>
            <a:off x="921600" y="141372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153" name="Google Shape;106;p13"/>
          <p:cNvSpPr/>
          <p:nvPr/>
        </p:nvSpPr>
        <p:spPr>
          <a:xfrm>
            <a:off x="1157040" y="134496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15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5"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6" name="PlaceHolder 3"/>
          <p:cNvSpPr>
            <a:spLocks noGrp="1"/>
          </p:cNvSpPr>
          <p:nvPr>
            <p:ph type="ftr" idx="40"/>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7" name="PlaceHolder 4"/>
          <p:cNvSpPr>
            <a:spLocks noGrp="1"/>
          </p:cNvSpPr>
          <p:nvPr>
            <p:ph type="sldNum" idx="41"/>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4ED3E16-C442-472A-8639-00AE560CAA18}"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158" name="PlaceHolder 5"/>
          <p:cNvSpPr>
            <a:spLocks noGrp="1"/>
          </p:cNvSpPr>
          <p:nvPr>
            <p:ph type="dt" idx="42"/>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61"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62"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63"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64"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65"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66" name="Google Shape;105;p13"/>
          <p:cNvSpPr/>
          <p:nvPr/>
        </p:nvSpPr>
        <p:spPr>
          <a:xfrm>
            <a:off x="921600" y="141372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167" name="Google Shape;106;p13"/>
          <p:cNvSpPr/>
          <p:nvPr/>
        </p:nvSpPr>
        <p:spPr>
          <a:xfrm>
            <a:off x="1157040" y="134496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168" name="PlaceHolder 1"/>
          <p:cNvSpPr>
            <a:spLocks noGrp="1"/>
          </p:cNvSpPr>
          <p:nvPr>
            <p:ph type="ftr" idx="43"/>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9" name="PlaceHolder 2"/>
          <p:cNvSpPr>
            <a:spLocks noGrp="1"/>
          </p:cNvSpPr>
          <p:nvPr>
            <p:ph type="sldNum" idx="44"/>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1021824-EC46-445F-A5A7-8872DB41D1A7}"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170" name="PlaceHolder 3"/>
          <p:cNvSpPr>
            <a:spLocks noGrp="1"/>
          </p:cNvSpPr>
          <p:nvPr>
            <p:ph type="dt" idx="45"/>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1"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7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73"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74"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75"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76"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77"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7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9"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0" name="PlaceHolder 3"/>
          <p:cNvSpPr>
            <a:spLocks noGrp="1"/>
          </p:cNvSpPr>
          <p:nvPr>
            <p:ph type="ftr" idx="46"/>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1" name="PlaceHolder 4"/>
          <p:cNvSpPr>
            <a:spLocks noGrp="1"/>
          </p:cNvSpPr>
          <p:nvPr>
            <p:ph type="sldNum" idx="47"/>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6D5A6542-A1DB-4077-BF64-249E60659532}"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182" name="PlaceHolder 5"/>
          <p:cNvSpPr>
            <a:spLocks noGrp="1"/>
          </p:cNvSpPr>
          <p:nvPr>
            <p:ph type="dt" idx="48"/>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85"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86"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87"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88"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89"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9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1"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2" name="PlaceHolder 3"/>
          <p:cNvSpPr>
            <a:spLocks noGrp="1"/>
          </p:cNvSpPr>
          <p:nvPr>
            <p:ph type="ftr" idx="49"/>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3" name="PlaceHolder 4"/>
          <p:cNvSpPr>
            <a:spLocks noGrp="1"/>
          </p:cNvSpPr>
          <p:nvPr>
            <p:ph type="sldNum" idx="50"/>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3FBC0DE-C0B6-43F5-95B1-98B6D4D7ED17}"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194" name="PlaceHolder 5"/>
          <p:cNvSpPr>
            <a:spLocks noGrp="1"/>
          </p:cNvSpPr>
          <p:nvPr>
            <p:ph type="dt" idx="51"/>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197"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98"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199"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00"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01"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0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3"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4" name="PlaceHolder 3"/>
          <p:cNvSpPr>
            <a:spLocks noGrp="1"/>
          </p:cNvSpPr>
          <p:nvPr>
            <p:ph type="ftr" idx="52"/>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5" name="PlaceHolder 4"/>
          <p:cNvSpPr>
            <a:spLocks noGrp="1"/>
          </p:cNvSpPr>
          <p:nvPr>
            <p:ph type="sldNum" idx="53"/>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91F70CC-E111-4E99-9E38-D76DF7D690E9}"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06" name="PlaceHolder 5"/>
          <p:cNvSpPr>
            <a:spLocks noGrp="1"/>
          </p:cNvSpPr>
          <p:nvPr>
            <p:ph type="dt" idx="54"/>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09" name="Google Shape;89;p12"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0" name="Google Shape;90;p12"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1" name="Google Shape;91;p12"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2" name="Google Shape;92;p12"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3" name="Google Shape;98;p12"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4" name="Google Shape;114;p15"/>
          <p:cNvSpPr/>
          <p:nvPr/>
        </p:nvSpPr>
        <p:spPr>
          <a:xfrm>
            <a:off x="2282760" y="0"/>
            <a:ext cx="685656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5" name="Google Shape;120;p15"/>
          <p:cNvSpPr/>
          <p:nvPr/>
        </p:nvSpPr>
        <p:spPr>
          <a:xfrm>
            <a:off x="2286000" y="0"/>
            <a:ext cx="7488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16" name="Google Shape;121;p15"/>
          <p:cNvSpPr/>
          <p:nvPr/>
        </p:nvSpPr>
        <p:spPr>
          <a:xfrm>
            <a:off x="2172240" y="281448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217" name="Google Shape;122;p15"/>
          <p:cNvSpPr/>
          <p:nvPr/>
        </p:nvSpPr>
        <p:spPr>
          <a:xfrm>
            <a:off x="2408040" y="274572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21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9"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0" name="PlaceHolder 3"/>
          <p:cNvSpPr>
            <a:spLocks noGrp="1"/>
          </p:cNvSpPr>
          <p:nvPr>
            <p:ph type="ftr" idx="55"/>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21" name="PlaceHolder 4"/>
          <p:cNvSpPr>
            <a:spLocks noGrp="1"/>
          </p:cNvSpPr>
          <p:nvPr>
            <p:ph type="sldNum" idx="56"/>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87E7C4EA-E188-4137-B21D-FF5E04B87D32}"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22" name="PlaceHolder 5"/>
          <p:cNvSpPr>
            <a:spLocks noGrp="1"/>
          </p:cNvSpPr>
          <p:nvPr>
            <p:ph type="dt" idx="57"/>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25"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26"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27"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28"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29"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3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1"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2" name="PlaceHolder 3"/>
          <p:cNvSpPr>
            <a:spLocks noGrp="1"/>
          </p:cNvSpPr>
          <p:nvPr>
            <p:ph type="ftr" idx="58"/>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3" name="PlaceHolder 4"/>
          <p:cNvSpPr>
            <a:spLocks noGrp="1"/>
          </p:cNvSpPr>
          <p:nvPr>
            <p:ph type="sldNum" idx="59"/>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2F724A0A-F4FD-44AB-A519-07BE0C933191}"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34" name="PlaceHolder 5"/>
          <p:cNvSpPr>
            <a:spLocks noGrp="1"/>
          </p:cNvSpPr>
          <p:nvPr>
            <p:ph type="dt" idx="60"/>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37" name="Google Shape;89;p12"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38" name="Google Shape;90;p12"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39" name="Google Shape;91;p12"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40" name="Google Shape;92;p12"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41" name="Google Shape;98;p12"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4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3"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4" name="PlaceHolder 3"/>
          <p:cNvSpPr>
            <a:spLocks noGrp="1"/>
          </p:cNvSpPr>
          <p:nvPr>
            <p:ph type="ftr" idx="61"/>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5" name="PlaceHolder 4"/>
          <p:cNvSpPr>
            <a:spLocks noGrp="1"/>
          </p:cNvSpPr>
          <p:nvPr>
            <p:ph type="sldNum" idx="62"/>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A8803EF3-3611-48ED-869A-D1197EA912BB}"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46" name="PlaceHolder 5"/>
          <p:cNvSpPr>
            <a:spLocks noGrp="1"/>
          </p:cNvSpPr>
          <p:nvPr>
            <p:ph type="dt" idx="63"/>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49" name="Google Shape;89;p12"/>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50" name="Google Shape;90;p12"/>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51" name="Google Shape;91;p12"/>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52" name="Google Shape;92;p12"/>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53" name="Google Shape;98;p12"/>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54"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5"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6" name="PlaceHolder 3"/>
          <p:cNvSpPr>
            <a:spLocks noGrp="1"/>
          </p:cNvSpPr>
          <p:nvPr>
            <p:ph type="ftr" idx="64"/>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7" name="PlaceHolder 4"/>
          <p:cNvSpPr>
            <a:spLocks noGrp="1"/>
          </p:cNvSpPr>
          <p:nvPr>
            <p:ph type="sldNum" idx="65"/>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18932798-53FD-4D3B-9B12-942C23CA3560}"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58" name="PlaceHolder 5"/>
          <p:cNvSpPr>
            <a:spLocks noGrp="1"/>
          </p:cNvSpPr>
          <p:nvPr>
            <p:ph type="dt" idx="66"/>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61" name="Google Shape;89;p12"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2" name="Google Shape;90;p12"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3" name="Google Shape;91;p12"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4" name="Google Shape;92;p12"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5" name="Google Shape;98;p12"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6" name="Google Shape;145;p19"/>
          <p:cNvSpPr/>
          <p:nvPr/>
        </p:nvSpPr>
        <p:spPr>
          <a:xfrm>
            <a:off x="1014840" y="0"/>
            <a:ext cx="81277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7" name="Google Shape;149;p19"/>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68"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9"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0" name="PlaceHolder 3"/>
          <p:cNvSpPr>
            <a:spLocks noGrp="1"/>
          </p:cNvSpPr>
          <p:nvPr>
            <p:ph type="ftr" idx="67"/>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1" name="PlaceHolder 4"/>
          <p:cNvSpPr>
            <a:spLocks noGrp="1"/>
          </p:cNvSpPr>
          <p:nvPr>
            <p:ph type="sldNum" idx="68"/>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BFFD0821-10F8-42B5-9B77-FC11EB410F56}"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72" name="PlaceHolder 5"/>
          <p:cNvSpPr>
            <a:spLocks noGrp="1"/>
          </p:cNvSpPr>
          <p:nvPr>
            <p:ph type="dt" idx="69"/>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3"/>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75" name="Google Shape;89;p12"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76" name="Google Shape;90;p12"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77" name="Google Shape;91;p12"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78" name="Google Shape;92;p12"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79" name="Google Shape;98;p12"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8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1"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2" name="PlaceHolder 3"/>
          <p:cNvSpPr>
            <a:spLocks noGrp="1"/>
          </p:cNvSpPr>
          <p:nvPr>
            <p:ph type="ftr" idx="70"/>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3" name="PlaceHolder 4"/>
          <p:cNvSpPr>
            <a:spLocks noGrp="1"/>
          </p:cNvSpPr>
          <p:nvPr>
            <p:ph type="sldNum" idx="71"/>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9A66942-738A-4436-AD30-9282654E8C49}"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84" name="PlaceHolder 5"/>
          <p:cNvSpPr>
            <a:spLocks noGrp="1"/>
          </p:cNvSpPr>
          <p:nvPr>
            <p:ph type="dt" idx="72"/>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287" name="Google Shape;89;p12"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88" name="Google Shape;90;p12"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89" name="Google Shape;91;p12"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90" name="Google Shape;92;p12"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91" name="Google Shape;98;p12"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92" name="Google Shape;162;p21"/>
          <p:cNvSpPr/>
          <p:nvPr/>
        </p:nvSpPr>
        <p:spPr>
          <a:xfrm>
            <a:off x="762120" y="1066680"/>
            <a:ext cx="4570560" cy="4570560"/>
          </a:xfrm>
          <a:prstGeom prst="rect">
            <a:avLst/>
          </a:prstGeom>
          <a:solidFill>
            <a:srgbClr val="ffffff"/>
          </a:solidFill>
          <a:ln cap="sq" w="88920">
            <a:solidFill>
              <a:srgbClr val="ffffff"/>
            </a:solidFill>
            <a:miter/>
          </a:ln>
          <a:effectLst>
            <a:outerShdw blurRad="55440" dir="5400000" dist="18360" rotWithShape="0">
              <a:srgbClr val="000000">
                <a:alpha val="35000"/>
              </a:srgbClr>
            </a:outerShdw>
          </a:effectLst>
        </p:spPr>
        <p:style>
          <a:lnRef idx="0"/>
          <a:fillRef idx="0"/>
          <a:effectRef idx="0"/>
          <a:fontRef idx="minor"/>
        </p:style>
        <p:txBody>
          <a:bodyPr lIns="90000" rIns="90000" tIns="274320" bIns="45000" anchor="t">
            <a:noAutofit/>
          </a:bodyPr>
          <a:p>
            <a:pPr>
              <a:lnSpc>
                <a:spcPct val="100000"/>
              </a:lnSpc>
            </a:pPr>
            <a:endParaRPr b="0" lang="en-US" sz="3200" spc="-1" strike="noStrike">
              <a:solidFill>
                <a:schemeClr val="dk1"/>
              </a:solidFill>
              <a:latin typeface="Gill Sans"/>
              <a:ea typeface="Gill Sans"/>
            </a:endParaRPr>
          </a:p>
        </p:txBody>
      </p:sp>
      <p:sp>
        <p:nvSpPr>
          <p:cNvPr id="293" name="Google Shape;164;p21"/>
          <p:cNvSpPr/>
          <p:nvPr/>
        </p:nvSpPr>
        <p:spPr>
          <a:xfrm rot="19468800">
            <a:off x="395640" y="954000"/>
            <a:ext cx="684360" cy="203040"/>
          </a:xfrm>
          <a:prstGeom prst="flowChartProcess">
            <a:avLst/>
          </a:prstGeom>
          <a:solidFill>
            <a:srgbClr val="fbfbfb">
              <a:alpha val="45000"/>
            </a:srgbClr>
          </a:solidFill>
          <a:ln cap="rnd" w="9360">
            <a:solidFill>
              <a:srgbClr val="ffffff"/>
            </a:solidFill>
            <a:round/>
          </a:ln>
          <a:effectLst>
            <a:outerShdw blurRad="25560" dir="3350418" dist="24363" rotWithShape="0">
              <a:srgbClr val="ead8b0">
                <a:alpha val="40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94" name="Google Shape;165;p21"/>
          <p:cNvSpPr/>
          <p:nvPr/>
        </p:nvSpPr>
        <p:spPr>
          <a:xfrm flipH="1" rot="2103600">
            <a:off x="5001120" y="936720"/>
            <a:ext cx="647640" cy="203040"/>
          </a:xfrm>
          <a:prstGeom prst="flowChartProcess">
            <a:avLst/>
          </a:prstGeom>
          <a:solidFill>
            <a:srgbClr val="fbfbfb">
              <a:alpha val="45000"/>
            </a:srgbClr>
          </a:solidFill>
          <a:ln cap="rnd" w="9360">
            <a:solidFill>
              <a:srgbClr val="ffffff"/>
            </a:solidFill>
            <a:round/>
          </a:ln>
          <a:effectLst>
            <a:outerShdw blurRad="25560" dir="3350418" dist="24363" rotWithShape="0">
              <a:srgbClr val="e7dec9">
                <a:alpha val="20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29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6"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7" name="PlaceHolder 3"/>
          <p:cNvSpPr>
            <a:spLocks noGrp="1"/>
          </p:cNvSpPr>
          <p:nvPr>
            <p:ph type="ftr" idx="73"/>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8" name="PlaceHolder 4"/>
          <p:cNvSpPr>
            <a:spLocks noGrp="1"/>
          </p:cNvSpPr>
          <p:nvPr>
            <p:ph type="sldNum" idx="74"/>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2681BCFE-E166-4ED3-8528-0902F72376C1}"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299" name="PlaceHolder 5"/>
          <p:cNvSpPr>
            <a:spLocks noGrp="1"/>
          </p:cNvSpPr>
          <p:nvPr>
            <p:ph type="dt" idx="75"/>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7" r:id="rId3"/>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02"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03"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04"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05"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06"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0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8"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9" name="PlaceHolder 3"/>
          <p:cNvSpPr>
            <a:spLocks noGrp="1"/>
          </p:cNvSpPr>
          <p:nvPr>
            <p:ph type="ftr" idx="76"/>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10" name="PlaceHolder 4"/>
          <p:cNvSpPr>
            <a:spLocks noGrp="1"/>
          </p:cNvSpPr>
          <p:nvPr>
            <p:ph type="sldNum" idx="77"/>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02A857CC-9587-4E22-8E09-60D7686FD695}"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11" name="PlaceHolder 5"/>
          <p:cNvSpPr>
            <a:spLocks noGrp="1"/>
          </p:cNvSpPr>
          <p:nvPr>
            <p:ph type="dt" idx="78"/>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9" r:id="rId3"/>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14"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15"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16"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17"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18"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1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0"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1" name="PlaceHolder 3"/>
          <p:cNvSpPr>
            <a:spLocks noGrp="1"/>
          </p:cNvSpPr>
          <p:nvPr>
            <p:ph type="ftr" idx="79"/>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2" name="PlaceHolder 4"/>
          <p:cNvSpPr>
            <a:spLocks noGrp="1"/>
          </p:cNvSpPr>
          <p:nvPr>
            <p:ph type="sldNum" idx="80"/>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27C6EC27-E2EE-4411-9A52-8C36F3DEAACD}"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23" name="PlaceHolder 5"/>
          <p:cNvSpPr>
            <a:spLocks noGrp="1"/>
          </p:cNvSpPr>
          <p:nvPr>
            <p:ph type="dt" idx="81"/>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3"/>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26"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27"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28"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29"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30"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3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2"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3" name="PlaceHolder 3"/>
          <p:cNvSpPr>
            <a:spLocks noGrp="1"/>
          </p:cNvSpPr>
          <p:nvPr>
            <p:ph type="ftr" idx="82"/>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4" name="PlaceHolder 4"/>
          <p:cNvSpPr>
            <a:spLocks noGrp="1"/>
          </p:cNvSpPr>
          <p:nvPr>
            <p:ph type="sldNum" idx="83"/>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85CC3263-8F2C-4F76-BAEA-D21046BD2F15}"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35" name="PlaceHolder 5"/>
          <p:cNvSpPr>
            <a:spLocks noGrp="1"/>
          </p:cNvSpPr>
          <p:nvPr>
            <p:ph type="dt" idx="84"/>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3" r:id="rId3"/>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38"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39"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40"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41"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42"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4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44"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5" name="PlaceHolder 3"/>
          <p:cNvSpPr>
            <a:spLocks noGrp="1"/>
          </p:cNvSpPr>
          <p:nvPr>
            <p:ph type="ftr" idx="85"/>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6" name="PlaceHolder 4"/>
          <p:cNvSpPr>
            <a:spLocks noGrp="1"/>
          </p:cNvSpPr>
          <p:nvPr>
            <p:ph type="sldNum" idx="86"/>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DF0E5F19-F4BF-488B-9AE4-E7B1C4F4FD2D}"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47" name="PlaceHolder 5"/>
          <p:cNvSpPr>
            <a:spLocks noGrp="1"/>
          </p:cNvSpPr>
          <p:nvPr>
            <p:ph type="dt" idx="87"/>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5" r:id="rId3"/>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50"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51"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52"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53"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54"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5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6"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7" name="PlaceHolder 3"/>
          <p:cNvSpPr>
            <a:spLocks noGrp="1"/>
          </p:cNvSpPr>
          <p:nvPr>
            <p:ph type="ftr" idx="88"/>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8" name="PlaceHolder 4"/>
          <p:cNvSpPr>
            <a:spLocks noGrp="1"/>
          </p:cNvSpPr>
          <p:nvPr>
            <p:ph type="sldNum" idx="89"/>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5EA84AAE-3219-4B75-804F-443E127E08DF}"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59" name="PlaceHolder 5"/>
          <p:cNvSpPr>
            <a:spLocks noGrp="1"/>
          </p:cNvSpPr>
          <p:nvPr>
            <p:ph type="dt" idx="90"/>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7" r:id="rId3"/>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62"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63"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64"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65"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66"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67" name="Google Shape;202;p26"/>
          <p:cNvSpPr/>
          <p:nvPr/>
        </p:nvSpPr>
        <p:spPr>
          <a:xfrm>
            <a:off x="921600" y="141372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368" name="Google Shape;203;p26"/>
          <p:cNvSpPr/>
          <p:nvPr/>
        </p:nvSpPr>
        <p:spPr>
          <a:xfrm>
            <a:off x="1157040" y="134496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36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0"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1" name="PlaceHolder 3"/>
          <p:cNvSpPr>
            <a:spLocks noGrp="1"/>
          </p:cNvSpPr>
          <p:nvPr>
            <p:ph type="ftr" idx="91"/>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2" name="PlaceHolder 4"/>
          <p:cNvSpPr>
            <a:spLocks noGrp="1"/>
          </p:cNvSpPr>
          <p:nvPr>
            <p:ph type="sldNum" idx="92"/>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803B896-26A4-4DD4-BF3A-98F76A7D88E4}"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73" name="PlaceHolder 5"/>
          <p:cNvSpPr>
            <a:spLocks noGrp="1"/>
          </p:cNvSpPr>
          <p:nvPr>
            <p:ph type="dt" idx="93"/>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9" r:id="rId3"/>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76" name="Google Shape;180;p24"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77" name="Google Shape;181;p24"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78" name="Google Shape;182;p24"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79" name="Google Shape;183;p24"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80" name="Google Shape;189;p24"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81" name="Google Shape;205;p27"/>
          <p:cNvSpPr/>
          <p:nvPr/>
        </p:nvSpPr>
        <p:spPr>
          <a:xfrm>
            <a:off x="2282760" y="0"/>
            <a:ext cx="685656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82" name="Google Shape;211;p27"/>
          <p:cNvSpPr/>
          <p:nvPr/>
        </p:nvSpPr>
        <p:spPr>
          <a:xfrm>
            <a:off x="2286000" y="0"/>
            <a:ext cx="7488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83" name="Google Shape;212;p27"/>
          <p:cNvSpPr/>
          <p:nvPr/>
        </p:nvSpPr>
        <p:spPr>
          <a:xfrm>
            <a:off x="2172240" y="2814480"/>
            <a:ext cx="208800" cy="208800"/>
          </a:xfrm>
          <a:prstGeom prst="ellipse">
            <a:avLst/>
          </a:prstGeom>
          <a:gradFill rotWithShape="0">
            <a:gsLst>
              <a:gs pos="0">
                <a:srgbClr val="00bbf1">
                  <a:alpha val="85000"/>
                </a:srgbClr>
              </a:gs>
              <a:gs pos="5000">
                <a:srgbClr val="65c6ea">
                  <a:alpha val="88000"/>
                </a:srgbClr>
              </a:gs>
              <a:gs pos="50000">
                <a:srgbClr val="c0e3f0">
                  <a:alpha val="90000"/>
                </a:srgbClr>
              </a:gs>
              <a:gs pos="100000">
                <a:srgbClr val="d7f6ff">
                  <a:alpha val="95000"/>
                </a:srgbClr>
              </a:gs>
            </a:gsLst>
            <a:lin ang="13500000"/>
          </a:gradFill>
          <a:ln cap="rnd" w="9360">
            <a:solidFill>
              <a:srgbClr val="2f8da4">
                <a:alpha val="60000"/>
              </a:srgbClr>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dk1"/>
              </a:solidFill>
              <a:latin typeface="Arial"/>
              <a:ea typeface="Arial"/>
            </a:endParaRPr>
          </a:p>
        </p:txBody>
      </p:sp>
      <p:sp>
        <p:nvSpPr>
          <p:cNvPr id="384" name="Google Shape;213;p27"/>
          <p:cNvSpPr/>
          <p:nvPr/>
        </p:nvSpPr>
        <p:spPr>
          <a:xfrm>
            <a:off x="2408040" y="2745720"/>
            <a:ext cx="62640" cy="62640"/>
          </a:xfrm>
          <a:prstGeom prst="ellipse">
            <a:avLst/>
          </a:prstGeom>
          <a:noFill/>
          <a:ln cap="rnd" w="12600">
            <a:solidFill>
              <a:srgbClr val="317f92">
                <a:alpha val="60000"/>
              </a:srgbClr>
            </a:solidFill>
            <a:round/>
          </a:ln>
        </p:spPr>
        <p:style>
          <a:lnRef idx="0"/>
          <a:fillRef idx="0"/>
          <a:effectRef idx="0"/>
          <a:fontRef idx="minor"/>
        </p:style>
        <p:txBody>
          <a:bodyPr lIns="90000" rIns="90000" tIns="22320" bIns="22320" anchor="ctr">
            <a:noAutofit/>
          </a:bodyPr>
          <a:p>
            <a:pPr>
              <a:lnSpc>
                <a:spcPct val="100000"/>
              </a:lnSpc>
            </a:pPr>
            <a:endParaRPr b="0" lang="en-US" sz="1400" spc="-1" strike="noStrike">
              <a:solidFill>
                <a:schemeClr val="dk1"/>
              </a:solidFill>
              <a:latin typeface="Arial"/>
              <a:ea typeface="Arial"/>
            </a:endParaRPr>
          </a:p>
        </p:txBody>
      </p:sp>
      <p:sp>
        <p:nvSpPr>
          <p:cNvPr id="38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6"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7" name="PlaceHolder 3"/>
          <p:cNvSpPr>
            <a:spLocks noGrp="1"/>
          </p:cNvSpPr>
          <p:nvPr>
            <p:ph type="ftr" idx="94"/>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8" name="PlaceHolder 4"/>
          <p:cNvSpPr>
            <a:spLocks noGrp="1"/>
          </p:cNvSpPr>
          <p:nvPr>
            <p:ph type="sldNum" idx="95"/>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4A2D131F-3888-4991-AB0A-EF3AF0A8A283}"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389" name="PlaceHolder 5"/>
          <p:cNvSpPr>
            <a:spLocks noGrp="1"/>
          </p:cNvSpPr>
          <p:nvPr>
            <p:ph type="dt" idx="96"/>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1" r:id="rId3"/>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392"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93"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94"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95"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96"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39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98"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9" name="PlaceHolder 3"/>
          <p:cNvSpPr>
            <a:spLocks noGrp="1"/>
          </p:cNvSpPr>
          <p:nvPr>
            <p:ph type="ftr" idx="97"/>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0" name="PlaceHolder 4"/>
          <p:cNvSpPr>
            <a:spLocks noGrp="1"/>
          </p:cNvSpPr>
          <p:nvPr>
            <p:ph type="sldNum" idx="98"/>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089779E9-2233-4647-A630-0C2B11C297FC}"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401" name="PlaceHolder 5"/>
          <p:cNvSpPr>
            <a:spLocks noGrp="1"/>
          </p:cNvSpPr>
          <p:nvPr>
            <p:ph type="dt" idx="99"/>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3" r:id="rId3"/>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404" name="Google Shape;180;p24"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05" name="Google Shape;181;p24"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06" name="Google Shape;182;p24"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07" name="Google Shape;183;p24"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08" name="Google Shape;189;p24"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0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0"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1" name="PlaceHolder 3"/>
          <p:cNvSpPr>
            <a:spLocks noGrp="1"/>
          </p:cNvSpPr>
          <p:nvPr>
            <p:ph type="ftr" idx="100"/>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2" name="PlaceHolder 4"/>
          <p:cNvSpPr>
            <a:spLocks noGrp="1"/>
          </p:cNvSpPr>
          <p:nvPr>
            <p:ph type="sldNum" idx="101"/>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38B70484-1E8E-46CE-BE7E-029B03903F25}"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413" name="PlaceHolder 5"/>
          <p:cNvSpPr>
            <a:spLocks noGrp="1"/>
          </p:cNvSpPr>
          <p:nvPr>
            <p:ph type="dt" idx="102"/>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5" r:id="rId3"/>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416" name="Google Shape;180;p24"/>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17" name="Google Shape;181;p24"/>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18" name="Google Shape;182;p24"/>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19" name="Google Shape;183;p24"/>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20" name="Google Shape;189;p24"/>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21"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2"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23" name="PlaceHolder 3"/>
          <p:cNvSpPr>
            <a:spLocks noGrp="1"/>
          </p:cNvSpPr>
          <p:nvPr>
            <p:ph type="ftr" idx="103"/>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4" name="PlaceHolder 4"/>
          <p:cNvSpPr>
            <a:spLocks noGrp="1"/>
          </p:cNvSpPr>
          <p:nvPr>
            <p:ph type="sldNum" idx="104"/>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D8BC7F93-647B-477B-BFC5-3A3F612C31F8}"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425" name="PlaceHolder 5"/>
          <p:cNvSpPr>
            <a:spLocks noGrp="1"/>
          </p:cNvSpPr>
          <p:nvPr>
            <p:ph type="dt" idx="105"/>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7" r:id="rId3"/>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428" name="Google Shape;180;p24"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29" name="Google Shape;181;p24"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30" name="Google Shape;182;p24"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31" name="Google Shape;183;p24"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32" name="Google Shape;189;p24"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33" name="Google Shape;236;p31"/>
          <p:cNvSpPr/>
          <p:nvPr/>
        </p:nvSpPr>
        <p:spPr>
          <a:xfrm>
            <a:off x="1014840" y="0"/>
            <a:ext cx="81277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34" name="Google Shape;240;p3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35"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6"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7" name="PlaceHolder 3"/>
          <p:cNvSpPr>
            <a:spLocks noGrp="1"/>
          </p:cNvSpPr>
          <p:nvPr>
            <p:ph type="ftr" idx="106"/>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8" name="PlaceHolder 4"/>
          <p:cNvSpPr>
            <a:spLocks noGrp="1"/>
          </p:cNvSpPr>
          <p:nvPr>
            <p:ph type="sldNum" idx="107"/>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0956ED74-5646-401E-95CD-A99FCDA88481}"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439" name="PlaceHolder 5"/>
          <p:cNvSpPr>
            <a:spLocks noGrp="1"/>
          </p:cNvSpPr>
          <p:nvPr>
            <p:ph type="dt" idx="108"/>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9" r:id="rId3"/>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442" name="Google Shape;180;p24"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43" name="Google Shape;181;p24"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44" name="Google Shape;182;p24"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45" name="Google Shape;183;p24"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46" name="Google Shape;189;p24"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47"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48"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9" name="PlaceHolder 3"/>
          <p:cNvSpPr>
            <a:spLocks noGrp="1"/>
          </p:cNvSpPr>
          <p:nvPr>
            <p:ph type="ftr" idx="109"/>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0" name="PlaceHolder 4"/>
          <p:cNvSpPr>
            <a:spLocks noGrp="1"/>
          </p:cNvSpPr>
          <p:nvPr>
            <p:ph type="sldNum" idx="110"/>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92023739-3DA4-4A08-947C-63821E9CB86F}"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451" name="PlaceHolder 5"/>
          <p:cNvSpPr>
            <a:spLocks noGrp="1"/>
          </p:cNvSpPr>
          <p:nvPr>
            <p:ph type="dt" idx="111"/>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1" r:id="rId3"/>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87121" sy="87121" algn="tl"/>
        </a:blipFill>
      </p:bgPr>
    </p:bg>
    <p:spTree>
      <p:nvGrpSpPr>
        <p:cNvPr id="1" name=""/>
        <p:cNvGrpSpPr/>
        <p:nvPr/>
      </p:nvGrpSpPr>
      <p:grpSpPr>
        <a:xfrm>
          <a:off x="0" y="0"/>
          <a:ext cx="0" cy="0"/>
          <a:chOff x="0" y="0"/>
          <a:chExt cx="0" cy="0"/>
        </a:xfrm>
      </p:grpSpPr>
      <p:sp>
        <p:nvSpPr>
          <p:cNvPr id="454" name="Google Shape;180;p24" hidden="1"/>
          <p:cNvSpPr/>
          <p:nvPr/>
        </p:nvSpPr>
        <p:spPr>
          <a:xfrm>
            <a:off x="-815760" y="-815760"/>
            <a:ext cx="1637280" cy="1637280"/>
          </a:xfrm>
          <a:prstGeom prst="pie">
            <a:avLst>
              <a:gd name="adj1" fmla="val 0"/>
              <a:gd name="adj2" fmla="val 5402120"/>
            </a:avLst>
          </a:prstGeom>
          <a:solidFill>
            <a:srgbClr val="fef9f3">
              <a:alpha val="33000"/>
            </a:srgbClr>
          </a:solidFill>
          <a:ln cap="rnd" w="9360">
            <a:solidFill>
              <a:srgbClr val="d1c19d"/>
            </a:solidFill>
            <a:round/>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55" name="Google Shape;181;p24" hidden="1"/>
          <p:cNvSpPr/>
          <p:nvPr/>
        </p:nvSpPr>
        <p:spPr>
          <a:xfrm>
            <a:off x="168840" y="21240"/>
            <a:ext cx="1700640" cy="1700640"/>
          </a:xfrm>
          <a:prstGeom prst="ellipse">
            <a:avLst/>
          </a:prstGeom>
          <a:noFill/>
          <a:ln cap="rnd" w="27360">
            <a:solidFill>
              <a:srgbClr val="fff5db"/>
            </a:solidFill>
            <a:round/>
          </a:ln>
          <a:effectLst>
            <a:outerShdw blurRad="25560" dir="5400000" dist="25560" rotWithShape="0">
              <a:srgbClr val="ada48c">
                <a:alpha val="8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56" name="Google Shape;182;p24" hidden="1"/>
          <p:cNvSpPr/>
          <p:nvPr/>
        </p:nvSpPr>
        <p:spPr>
          <a:xfrm rot="2315400">
            <a:off x="182520" y="1054080"/>
            <a:ext cx="1124280" cy="1101240"/>
          </a:xfrm>
          <a:prstGeom prst="donut">
            <a:avLst>
              <a:gd name="adj" fmla="val 11833"/>
            </a:avLst>
          </a:prstGeom>
          <a:gradFill rotWithShape="0">
            <a:gsLst>
              <a:gs pos="0">
                <a:srgbClr val="edcf8c">
                  <a:alpha val="60000"/>
                </a:srgbClr>
              </a:gs>
              <a:gs pos="30000">
                <a:srgbClr val="fffdf8">
                  <a:alpha val="55000"/>
                </a:srgbClr>
              </a:gs>
              <a:gs pos="100000">
                <a:srgbClr val="fefbf4">
                  <a:alpha val="70000"/>
                </a:srgbClr>
              </a:gs>
            </a:gsLst>
            <a:lin ang="13500000"/>
          </a:gradFill>
          <a:ln cap="rnd" w="9360">
            <a:solidFill>
              <a:srgbClr val="c5b390"/>
            </a:solidFill>
            <a:round/>
          </a:ln>
          <a:effectLst>
            <a:outerShdw blurRad="12600" dir="4686680" dist="13979" rotWithShape="0">
              <a:srgbClr val="564e40">
                <a:alpha val="3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57" name="Google Shape;183;p24" hidden="1"/>
          <p:cNvSpPr/>
          <p:nvPr/>
        </p:nvSpPr>
        <p:spPr>
          <a:xfrm>
            <a:off x="1013040" y="0"/>
            <a:ext cx="8129520" cy="6856560"/>
          </a:xfrm>
          <a:prstGeom prst="rect">
            <a:avLst/>
          </a:prstGeom>
          <a:solidFill>
            <a:schemeClr val="lt1"/>
          </a:solidFill>
          <a:ln w="0">
            <a:noFill/>
          </a:ln>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58" name="Google Shape;189;p24" hidden="1"/>
          <p:cNvSpPr/>
          <p:nvPr/>
        </p:nvSpPr>
        <p:spPr>
          <a:xfrm>
            <a:off x="1014840" y="0"/>
            <a:ext cx="71640" cy="6856560"/>
          </a:xfrm>
          <a:prstGeom prst="rect">
            <a:avLst/>
          </a:prstGeom>
          <a:solidFill>
            <a:schemeClr val="lt1"/>
          </a:solidFill>
          <a:ln w="0">
            <a:noFill/>
          </a:ln>
          <a:effectLst>
            <a:outerShdw blurRad="38520" dir="10800000" dist="38160" rotWithShape="0">
              <a:srgbClr val="6f6a5f">
                <a:alpha val="25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59" name="Google Shape;253;p33"/>
          <p:cNvSpPr/>
          <p:nvPr/>
        </p:nvSpPr>
        <p:spPr>
          <a:xfrm>
            <a:off x="762120" y="1066680"/>
            <a:ext cx="4570560" cy="4570560"/>
          </a:xfrm>
          <a:prstGeom prst="rect">
            <a:avLst/>
          </a:prstGeom>
          <a:solidFill>
            <a:srgbClr val="ffffff"/>
          </a:solidFill>
          <a:ln cap="sq" w="88920">
            <a:solidFill>
              <a:srgbClr val="ffffff"/>
            </a:solidFill>
            <a:miter/>
          </a:ln>
          <a:effectLst>
            <a:outerShdw blurRad="55440" dir="5400000" dist="18360" rotWithShape="0">
              <a:srgbClr val="000000">
                <a:alpha val="35000"/>
              </a:srgbClr>
            </a:outerShdw>
          </a:effectLst>
        </p:spPr>
        <p:style>
          <a:lnRef idx="0"/>
          <a:fillRef idx="0"/>
          <a:effectRef idx="0"/>
          <a:fontRef idx="minor"/>
        </p:style>
        <p:txBody>
          <a:bodyPr lIns="90000" rIns="90000" tIns="274320" bIns="45000" anchor="t">
            <a:noAutofit/>
          </a:bodyPr>
          <a:p>
            <a:pPr>
              <a:lnSpc>
                <a:spcPct val="100000"/>
              </a:lnSpc>
            </a:pPr>
            <a:endParaRPr b="0" lang="en-US" sz="3200" spc="-1" strike="noStrike">
              <a:solidFill>
                <a:schemeClr val="dk1"/>
              </a:solidFill>
              <a:latin typeface="Gill Sans"/>
              <a:ea typeface="Gill Sans"/>
            </a:endParaRPr>
          </a:p>
        </p:txBody>
      </p:sp>
      <p:sp>
        <p:nvSpPr>
          <p:cNvPr id="460" name="Google Shape;255;p33"/>
          <p:cNvSpPr/>
          <p:nvPr/>
        </p:nvSpPr>
        <p:spPr>
          <a:xfrm rot="19468800">
            <a:off x="395640" y="954000"/>
            <a:ext cx="684360" cy="203040"/>
          </a:xfrm>
          <a:prstGeom prst="flowChartProcess">
            <a:avLst/>
          </a:prstGeom>
          <a:solidFill>
            <a:srgbClr val="fbfbfb">
              <a:alpha val="45000"/>
            </a:srgbClr>
          </a:solidFill>
          <a:ln cap="rnd" w="9360">
            <a:solidFill>
              <a:srgbClr val="ffffff"/>
            </a:solidFill>
            <a:round/>
          </a:ln>
          <a:effectLst>
            <a:outerShdw blurRad="25560" dir="3350418" dist="24363" rotWithShape="0">
              <a:srgbClr val="ead8b0">
                <a:alpha val="40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61" name="Google Shape;256;p33"/>
          <p:cNvSpPr/>
          <p:nvPr/>
        </p:nvSpPr>
        <p:spPr>
          <a:xfrm flipH="1" rot="2103600">
            <a:off x="5001120" y="936720"/>
            <a:ext cx="647640" cy="203040"/>
          </a:xfrm>
          <a:prstGeom prst="flowChartProcess">
            <a:avLst/>
          </a:prstGeom>
          <a:solidFill>
            <a:srgbClr val="fbfbfb">
              <a:alpha val="45000"/>
            </a:srgbClr>
          </a:solidFill>
          <a:ln cap="rnd" w="9360">
            <a:solidFill>
              <a:srgbClr val="ffffff"/>
            </a:solidFill>
            <a:round/>
          </a:ln>
          <a:effectLst>
            <a:outerShdw blurRad="25560" dir="3350418" dist="24363" rotWithShape="0">
              <a:srgbClr val="e7dec9">
                <a:alpha val="20000"/>
              </a:srgbClr>
            </a:outerShdw>
          </a:effectLst>
        </p:spPr>
        <p:style>
          <a:lnRef idx="0"/>
          <a:fillRef idx="0"/>
          <a:effectRef idx="0"/>
          <a:fontRef idx="minor"/>
        </p:style>
        <p:txBody>
          <a:bodyPr lIns="90000" rIns="90000" tIns="45000" bIns="45000" anchor="ctr">
            <a:noAutofit/>
          </a:bodyPr>
          <a:p>
            <a:pPr>
              <a:lnSpc>
                <a:spcPct val="100000"/>
              </a:lnSpc>
            </a:pPr>
            <a:endParaRPr b="0" lang="en-US" sz="1400" spc="-1" strike="noStrike">
              <a:solidFill>
                <a:schemeClr val="lt1"/>
              </a:solidFill>
              <a:latin typeface="Arial"/>
              <a:ea typeface="Arial"/>
            </a:endParaRPr>
          </a:p>
        </p:txBody>
      </p:sp>
      <p:sp>
        <p:nvSpPr>
          <p:cNvPr id="462"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63"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64" name="PlaceHolder 3"/>
          <p:cNvSpPr>
            <a:spLocks noGrp="1"/>
          </p:cNvSpPr>
          <p:nvPr>
            <p:ph type="ftr" idx="112"/>
          </p:nvPr>
        </p:nvSpPr>
        <p:spPr>
          <a:xfrm>
            <a:off x="5715000" y="6305400"/>
            <a:ext cx="2894040" cy="474840"/>
          </a:xfrm>
          <a:prstGeom prst="rect">
            <a:avLst/>
          </a:prstGeom>
          <a:noFill/>
          <a:ln w="0">
            <a:noFill/>
          </a:ln>
        </p:spPr>
        <p:txBody>
          <a:bodyPr lIns="91440" rIns="91440" tIns="45720" bIns="45720" anchor="b">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5" name="PlaceHolder 4"/>
          <p:cNvSpPr>
            <a:spLocks noGrp="1"/>
          </p:cNvSpPr>
          <p:nvPr>
            <p:ph type="sldNum" idx="113"/>
          </p:nvPr>
        </p:nvSpPr>
        <p:spPr>
          <a:xfrm>
            <a:off x="8613720" y="6305400"/>
            <a:ext cx="455760" cy="47484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b3a787"/>
                </a:solidFill>
                <a:latin typeface="Arial"/>
                <a:ea typeface="Arial"/>
              </a:defRPr>
            </a:lvl1pPr>
          </a:lstStyle>
          <a:p>
            <a:pPr indent="0" algn="r">
              <a:lnSpc>
                <a:spcPct val="100000"/>
              </a:lnSpc>
              <a:buNone/>
              <a:tabLst>
                <a:tab algn="l" pos="0"/>
              </a:tabLst>
            </a:pPr>
            <a:fld id="{169D190B-F6EE-43B4-88A7-967F079D1783}" type="slidenum">
              <a:rPr b="0" lang="en-US" sz="1200" spc="-1" strike="noStrike">
                <a:solidFill>
                  <a:srgbClr val="b3a787"/>
                </a:solidFill>
                <a:latin typeface="Arial"/>
                <a:ea typeface="Arial"/>
              </a:rPr>
              <a:t>&lt;number&gt;</a:t>
            </a:fld>
            <a:endParaRPr b="0" lang="en-US" sz="1200" spc="-1" strike="noStrike">
              <a:solidFill>
                <a:srgbClr val="000000"/>
              </a:solidFill>
              <a:latin typeface="Times New Roman"/>
            </a:endParaRPr>
          </a:p>
        </p:txBody>
      </p:sp>
      <p:sp>
        <p:nvSpPr>
          <p:cNvPr id="466" name="PlaceHolder 5"/>
          <p:cNvSpPr>
            <a:spLocks noGrp="1"/>
          </p:cNvSpPr>
          <p:nvPr>
            <p:ph type="dt" idx="114"/>
          </p:nvPr>
        </p:nvSpPr>
        <p:spPr>
          <a:xfrm>
            <a:off x="3581280" y="6305400"/>
            <a:ext cx="2132280" cy="474840"/>
          </a:xfrm>
          <a:prstGeom prst="rect">
            <a:avLst/>
          </a:prstGeom>
          <a:noFill/>
          <a:ln w="0">
            <a:noFill/>
          </a:ln>
        </p:spPr>
        <p:txBody>
          <a:bodyPr lIns="91440" rIns="91440" tIns="45720" bIns="4572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3" r:id="rId3"/>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69"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0"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1" name="PlaceHolder 3"/>
          <p:cNvSpPr>
            <a:spLocks noGrp="1"/>
          </p:cNvSpPr>
          <p:nvPr>
            <p:ph type="ftr" idx="115"/>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2" name="PlaceHolder 4"/>
          <p:cNvSpPr>
            <a:spLocks noGrp="1"/>
          </p:cNvSpPr>
          <p:nvPr>
            <p:ph type="sldNum" idx="116"/>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88B0AA10-1DCB-492A-B1E0-C30F04FE5FA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73" name="PlaceHolder 5"/>
          <p:cNvSpPr>
            <a:spLocks noGrp="1"/>
          </p:cNvSpPr>
          <p:nvPr>
            <p:ph type="dt" idx="117"/>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7"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8" name="PlaceHolder 3"/>
          <p:cNvSpPr>
            <a:spLocks noGrp="1"/>
          </p:cNvSpPr>
          <p:nvPr>
            <p:ph type="ftr" idx="118"/>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9" name="PlaceHolder 4"/>
          <p:cNvSpPr>
            <a:spLocks noGrp="1"/>
          </p:cNvSpPr>
          <p:nvPr>
            <p:ph type="sldNum" idx="119"/>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85E912E7-4B9A-436A-978A-6BE17FB3B6E2}"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80" name="PlaceHolder 5"/>
          <p:cNvSpPr>
            <a:spLocks noGrp="1"/>
          </p:cNvSpPr>
          <p:nvPr>
            <p:ph type="dt" idx="120"/>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8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84"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85" name="PlaceHolder 3"/>
          <p:cNvSpPr>
            <a:spLocks noGrp="1"/>
          </p:cNvSpPr>
          <p:nvPr>
            <p:ph type="ftr" idx="12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6" name="PlaceHolder 4"/>
          <p:cNvSpPr>
            <a:spLocks noGrp="1"/>
          </p:cNvSpPr>
          <p:nvPr>
            <p:ph type="sldNum" idx="122"/>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675D319-E1D2-44BB-96EC-F9AB499308C8}"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87" name="PlaceHolder 5"/>
          <p:cNvSpPr>
            <a:spLocks noGrp="1"/>
          </p:cNvSpPr>
          <p:nvPr>
            <p:ph type="dt" idx="12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9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91" name="PlaceHolder 2"/>
          <p:cNvSpPr>
            <a:spLocks noGrp="1"/>
          </p:cNvSpPr>
          <p:nvPr>
            <p:ph type="body"/>
          </p:nvPr>
        </p:nvSpPr>
        <p:spPr>
          <a:xfrm>
            <a:off x="1435680" y="1447920"/>
            <a:ext cx="7496640" cy="479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2" name="PlaceHolder 3"/>
          <p:cNvSpPr>
            <a:spLocks noGrp="1"/>
          </p:cNvSpPr>
          <p:nvPr>
            <p:ph type="ftr" idx="124"/>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3" name="PlaceHolder 4"/>
          <p:cNvSpPr>
            <a:spLocks noGrp="1"/>
          </p:cNvSpPr>
          <p:nvPr>
            <p:ph type="sldNum" idx="125"/>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A5BBC3C9-5FCD-46FB-A00B-3E0E8727453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
        <p:nvSpPr>
          <p:cNvPr id="494" name="PlaceHolder 5"/>
          <p:cNvSpPr>
            <a:spLocks noGrp="1"/>
          </p:cNvSpPr>
          <p:nvPr>
            <p:ph type="dt" idx="126"/>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9.png"/><Relationship Id="rId3" Type="http://schemas.openxmlformats.org/officeDocument/2006/relationships/slideLayout" Target="../slideLayouts/slideLayout1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Google Shape;351;p48"/>
          <p:cNvSpPr/>
          <p:nvPr/>
        </p:nvSpPr>
        <p:spPr>
          <a:xfrm>
            <a:off x="1877040" y="3256920"/>
            <a:ext cx="5895360" cy="2017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tabLst>
                <a:tab algn="l" pos="0"/>
              </a:tabLst>
            </a:pPr>
            <a:r>
              <a:rPr b="1" lang="en-US" sz="1800" spc="-1" strike="noStrike">
                <a:solidFill>
                  <a:schemeClr val="dk1"/>
                </a:solidFill>
                <a:latin typeface="Arial"/>
                <a:ea typeface="Arial"/>
              </a:rPr>
              <a:t>            </a:t>
            </a:r>
            <a:r>
              <a:rPr b="1" lang="en-US" sz="1800" spc="-1" strike="noStrike">
                <a:solidFill>
                  <a:schemeClr val="dk1"/>
                </a:solidFill>
                <a:latin typeface="Arial"/>
                <a:ea typeface="Arial"/>
              </a:rPr>
              <a:t>SDG 3 – Good Health and Well-Being</a:t>
            </a:r>
            <a:endParaRPr b="0" lang="en-US" sz="1800" spc="-1" strike="noStrike">
              <a:solidFill>
                <a:srgbClr val="000000"/>
              </a:solidFill>
              <a:latin typeface="Arial"/>
            </a:endParaRPr>
          </a:p>
          <a:p>
            <a:pPr algn="ctr">
              <a:lnSpc>
                <a:spcPct val="100000"/>
              </a:lnSpc>
              <a:tabLst>
                <a:tab algn="l" pos="0"/>
              </a:tabLst>
            </a:pPr>
            <a:endParaRPr b="0" lang="en-US" sz="1400" spc="-1" strike="noStrike">
              <a:solidFill>
                <a:srgbClr val="000000"/>
              </a:solidFill>
              <a:latin typeface="Arial"/>
            </a:endParaRPr>
          </a:p>
          <a:p>
            <a:pPr>
              <a:lnSpc>
                <a:spcPct val="150000"/>
              </a:lnSpc>
              <a:tabLst>
                <a:tab algn="l" pos="0"/>
              </a:tabLst>
            </a:pPr>
            <a:r>
              <a:rPr b="1" lang="en-US" sz="1400" spc="-1" strike="noStrike">
                <a:solidFill>
                  <a:srgbClr val="002060"/>
                </a:solidFill>
                <a:latin typeface="Arial"/>
                <a:ea typeface="Arial"/>
              </a:rPr>
              <a:t>ARPIT MISHRA S </a:t>
            </a:r>
            <a:r>
              <a:rPr b="1" lang="en-US" sz="1400" spc="-1" strike="noStrike">
                <a:solidFill>
                  <a:srgbClr val="002060"/>
                </a:solidFill>
                <a:latin typeface="Arial"/>
                <a:ea typeface="Arial"/>
              </a:rPr>
              <a:t>	</a:t>
            </a:r>
            <a:r>
              <a:rPr b="1" lang="en-US" sz="1400" spc="-1" strike="noStrike">
                <a:solidFill>
                  <a:srgbClr val="002060"/>
                </a:solidFill>
                <a:latin typeface="Arial"/>
                <a:ea typeface="Arial"/>
              </a:rPr>
              <a:t>          -                 111624104007</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50000"/>
              </a:lnSpc>
              <a:tabLst>
                <a:tab algn="l" pos="0"/>
              </a:tabLst>
            </a:pPr>
            <a:r>
              <a:rPr b="1" lang="en-US" sz="1400" spc="-1" strike="noStrike">
                <a:solidFill>
                  <a:srgbClr val="002060"/>
                </a:solidFill>
                <a:latin typeface="Arial"/>
                <a:ea typeface="Arial"/>
              </a:rPr>
              <a:t>HIMA ADHITYA B                  -                 111624104031</a:t>
            </a:r>
            <a:endParaRPr b="0" lang="en-US" sz="1400" spc="-1" strike="noStrike">
              <a:solidFill>
                <a:srgbClr val="000000"/>
              </a:solidFill>
              <a:latin typeface="Arial"/>
            </a:endParaRPr>
          </a:p>
          <a:p>
            <a:pPr>
              <a:lnSpc>
                <a:spcPct val="150000"/>
              </a:lnSpc>
              <a:tabLst>
                <a:tab algn="l" pos="0"/>
              </a:tabLst>
            </a:pPr>
            <a:r>
              <a:rPr b="1" lang="en-US" sz="1400" spc="-1" strike="noStrike">
                <a:solidFill>
                  <a:srgbClr val="002060"/>
                </a:solidFill>
                <a:latin typeface="Arial"/>
                <a:ea typeface="Arial"/>
              </a:rPr>
              <a:t>JAGANS                                -                 111624104034</a:t>
            </a:r>
            <a:endParaRPr b="0" lang="en-US" sz="1400" spc="-1" strike="noStrike">
              <a:solidFill>
                <a:srgbClr val="000000"/>
              </a:solidFill>
              <a:latin typeface="Arial"/>
            </a:endParaRPr>
          </a:p>
          <a:p>
            <a:pPr algn="ctr">
              <a:lnSpc>
                <a:spcPct val="150000"/>
              </a:lnSpc>
              <a:tabLst>
                <a:tab algn="l" pos="0"/>
              </a:tabLst>
            </a:pPr>
            <a:r>
              <a:rPr b="1" lang="en-US" sz="1400" spc="-1" strike="noStrike">
                <a:solidFill>
                  <a:srgbClr val="002060"/>
                </a:solidFill>
                <a:latin typeface="Arial"/>
                <a:ea typeface="Arial"/>
              </a:rPr>
              <a:t> </a:t>
            </a:r>
            <a:endParaRPr b="0" lang="en-US" sz="1400" spc="-1" strike="noStrike">
              <a:solidFill>
                <a:srgbClr val="000000"/>
              </a:solidFill>
              <a:latin typeface="Arial"/>
            </a:endParaRPr>
          </a:p>
          <a:p>
            <a:pPr algn="ctr">
              <a:lnSpc>
                <a:spcPct val="100000"/>
              </a:lnSpc>
              <a:tabLst>
                <a:tab algn="l" pos="0"/>
              </a:tabLst>
            </a:pPr>
            <a:endParaRPr b="0" lang="en-US" sz="2000" spc="-1" strike="noStrike">
              <a:solidFill>
                <a:srgbClr val="000000"/>
              </a:solidFill>
              <a:latin typeface="Arial"/>
            </a:endParaRPr>
          </a:p>
        </p:txBody>
      </p:sp>
      <p:sp>
        <p:nvSpPr>
          <p:cNvPr id="504" name="Google Shape;352;p48"/>
          <p:cNvSpPr/>
          <p:nvPr/>
        </p:nvSpPr>
        <p:spPr>
          <a:xfrm>
            <a:off x="1486800" y="5274360"/>
            <a:ext cx="6321600" cy="1291320"/>
          </a:xfrm>
          <a:prstGeom prst="rect">
            <a:avLst/>
          </a:prstGeom>
          <a:solidFill>
            <a:srgbClr val="d8d8d8"/>
          </a:solidFill>
          <a:ln w="0">
            <a:noFill/>
          </a:ln>
        </p:spPr>
        <p:style>
          <a:lnRef idx="0"/>
          <a:fillRef idx="0"/>
          <a:effectRef idx="0"/>
          <a:fontRef idx="minor"/>
        </p:style>
        <p:txBody>
          <a:bodyPr lIns="90000" rIns="90000" tIns="45000" bIns="45000" anchor="t">
            <a:noAutofit/>
          </a:bodyPr>
          <a:p>
            <a:pPr algn="ctr">
              <a:lnSpc>
                <a:spcPct val="100000"/>
              </a:lnSpc>
              <a:tabLst>
                <a:tab algn="l" pos="0"/>
              </a:tabLst>
            </a:pPr>
            <a:r>
              <a:rPr b="1" lang="en-US" sz="2400" spc="-1" strike="noStrike">
                <a:solidFill>
                  <a:srgbClr val="cc6600"/>
                </a:solidFill>
                <a:latin typeface="Calibri"/>
                <a:ea typeface="Calibri"/>
              </a:rPr>
              <a:t>Under the Guidance of</a:t>
            </a:r>
            <a:endParaRPr b="0" lang="en-US" sz="2400" spc="-1" strike="noStrike">
              <a:solidFill>
                <a:srgbClr val="000000"/>
              </a:solidFill>
              <a:latin typeface="Arial"/>
            </a:endParaRPr>
          </a:p>
          <a:p>
            <a:pPr algn="ctr">
              <a:lnSpc>
                <a:spcPct val="100000"/>
              </a:lnSpc>
              <a:tabLst>
                <a:tab algn="l" pos="0"/>
              </a:tabLst>
            </a:pPr>
            <a:r>
              <a:rPr b="1" lang="en-US" sz="2000" spc="-1" strike="noStrike">
                <a:solidFill>
                  <a:srgbClr val="c00000"/>
                </a:solidFill>
                <a:latin typeface="Arial"/>
                <a:ea typeface="Arial"/>
              </a:rPr>
              <a:t>Dr.S.MUTHUMANICKAM</a:t>
            </a:r>
            <a:endParaRPr b="0" lang="en-US" sz="2000" spc="-1" strike="noStrike">
              <a:solidFill>
                <a:srgbClr val="000000"/>
              </a:solidFill>
              <a:latin typeface="Arial"/>
            </a:endParaRPr>
          </a:p>
          <a:p>
            <a:pPr algn="ctr">
              <a:lnSpc>
                <a:spcPct val="100000"/>
              </a:lnSpc>
              <a:tabLst>
                <a:tab algn="l" pos="0"/>
              </a:tabLst>
            </a:pPr>
            <a:r>
              <a:rPr b="1" lang="en-US" sz="2000" spc="-1" strike="noStrike">
                <a:solidFill>
                  <a:srgbClr val="c00000"/>
                </a:solidFill>
                <a:latin typeface="Arial"/>
                <a:ea typeface="Arial"/>
              </a:rPr>
              <a:t> </a:t>
            </a:r>
            <a:r>
              <a:rPr b="1" lang="en-US" sz="2000" spc="-1" strike="noStrike">
                <a:solidFill>
                  <a:srgbClr val="c00000"/>
                </a:solidFill>
                <a:latin typeface="Arial"/>
                <a:ea typeface="Arial"/>
              </a:rPr>
              <a:t>Professor</a:t>
            </a:r>
            <a:endParaRPr b="0" lang="en-US" sz="2000" spc="-1" strike="noStrike">
              <a:solidFill>
                <a:srgbClr val="000000"/>
              </a:solidFill>
              <a:latin typeface="Arial"/>
            </a:endParaRPr>
          </a:p>
          <a:p>
            <a:pPr algn="ctr">
              <a:lnSpc>
                <a:spcPct val="100000"/>
              </a:lnSpc>
              <a:tabLst>
                <a:tab algn="l" pos="0"/>
              </a:tabLst>
            </a:pPr>
            <a:r>
              <a:rPr b="1" lang="en-US" sz="1400" spc="-1" strike="noStrike">
                <a:solidFill>
                  <a:srgbClr val="c00000"/>
                </a:solidFill>
                <a:latin typeface="Arial"/>
                <a:ea typeface="Arial"/>
              </a:rPr>
              <a:t>DEPARTMENT OF ECE</a:t>
            </a:r>
            <a:endParaRPr b="0" lang="en-US" sz="1400" spc="-1" strike="noStrike">
              <a:solidFill>
                <a:srgbClr val="000000"/>
              </a:solidFill>
              <a:latin typeface="Arial"/>
            </a:endParaRPr>
          </a:p>
        </p:txBody>
      </p:sp>
      <p:sp>
        <p:nvSpPr>
          <p:cNvPr id="505" name="Google Shape;353;p48"/>
          <p:cNvSpPr/>
          <p:nvPr/>
        </p:nvSpPr>
        <p:spPr>
          <a:xfrm>
            <a:off x="380880" y="1828800"/>
            <a:ext cx="8533080" cy="119880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tabLst>
                <a:tab algn="l" pos="0"/>
              </a:tabLst>
            </a:pPr>
            <a:endParaRPr b="0" lang="en-US" sz="2400" spc="-1" strike="noStrike">
              <a:solidFill>
                <a:srgbClr val="000000"/>
              </a:solidFill>
              <a:latin typeface="Arial"/>
            </a:endParaRPr>
          </a:p>
          <a:p>
            <a:pPr algn="ctr">
              <a:lnSpc>
                <a:spcPct val="100000"/>
              </a:lnSpc>
              <a:tabLst>
                <a:tab algn="l" pos="0"/>
              </a:tabLst>
            </a:pPr>
            <a:endParaRPr b="0" lang="en-US" sz="2400" spc="-1" strike="noStrike">
              <a:solidFill>
                <a:srgbClr val="000000"/>
              </a:solidFill>
              <a:latin typeface="Arial"/>
            </a:endParaRPr>
          </a:p>
          <a:p>
            <a:pPr algn="ctr">
              <a:lnSpc>
                <a:spcPct val="100000"/>
              </a:lnSpc>
              <a:tabLst>
                <a:tab algn="l" pos="0"/>
              </a:tabLst>
            </a:pPr>
            <a:endParaRPr b="0" lang="en-US" sz="2400" spc="-1" strike="noStrike">
              <a:solidFill>
                <a:srgbClr val="000000"/>
              </a:solidFill>
              <a:latin typeface="Arial"/>
            </a:endParaRPr>
          </a:p>
        </p:txBody>
      </p:sp>
      <p:graphicFrame>
        <p:nvGraphicFramePr>
          <p:cNvPr id="506" name="Google Shape;354;p48"/>
          <p:cNvGraphicFramePr/>
          <p:nvPr/>
        </p:nvGraphicFramePr>
        <p:xfrm>
          <a:off x="9360" y="25560"/>
          <a:ext cx="9133920" cy="1766520"/>
        </p:xfrm>
        <a:graphic>
          <a:graphicData uri="http://schemas.openxmlformats.org/drawingml/2006/table">
            <a:tbl>
              <a:tblPr/>
              <a:tblGrid>
                <a:gridCol w="9134280"/>
              </a:tblGrid>
              <a:tr h="365760">
                <a:tc>
                  <a:txBody>
                    <a:bodyPr lIns="36000" rIns="36000" anchor="t">
                      <a:noAutofit/>
                    </a:bodyPr>
                    <a:p>
                      <a:pPr algn="ctr">
                        <a:lnSpc>
                          <a:spcPct val="100000"/>
                        </a:lnSpc>
                        <a:tabLst>
                          <a:tab algn="l" pos="0"/>
                        </a:tabLst>
                      </a:pPr>
                      <a:r>
                        <a:rPr b="1" lang="en-US" sz="1800" spc="-1" strike="noStrike">
                          <a:solidFill>
                            <a:schemeClr val="lt1"/>
                          </a:solidFill>
                          <a:latin typeface="Arial"/>
                          <a:ea typeface="Arial"/>
                        </a:rPr>
                        <a:t>ANNA UNIVERSITY,  CHENNAI – 600 025</a:t>
                      </a:r>
                      <a:endParaRPr b="0" lang="en-US" sz="1800" spc="-1" strike="noStrike">
                        <a:solidFill>
                          <a:srgbClr val="ffffff"/>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62e4e"/>
                    </a:solidFill>
                  </a:tcPr>
                </a:tc>
              </a:tr>
              <a:tr h="1035000">
                <a:tc>
                  <a:txBody>
                    <a:bodyPr lIns="36000" rIns="36000" anchor="t">
                      <a:noAutofit/>
                    </a:bodyPr>
                    <a:p>
                      <a:pPr algn="ctr">
                        <a:lnSpc>
                          <a:spcPct val="100000"/>
                        </a:lnSpc>
                        <a:tabLst>
                          <a:tab algn="l" pos="0"/>
                        </a:tabLst>
                      </a:pPr>
                      <a:r>
                        <a:rPr b="1" lang="en-US" sz="1800" spc="-1" strike="noStrike">
                          <a:solidFill>
                            <a:schemeClr val="dk1"/>
                          </a:solidFill>
                          <a:latin typeface="Arial"/>
                          <a:ea typeface="Arial"/>
                        </a:rPr>
                        <a:t>R.M.K. COLLEGE OF ENGINEERING AND TECHNOLOGY</a:t>
                      </a:r>
                      <a:endParaRPr b="0" lang="en-US" sz="1800" spc="-1" strike="noStrike">
                        <a:solidFill>
                          <a:srgbClr val="000000"/>
                        </a:solidFill>
                        <a:latin typeface="Arial"/>
                      </a:endParaRPr>
                    </a:p>
                    <a:p>
                      <a:pPr algn="ctr">
                        <a:lnSpc>
                          <a:spcPct val="100000"/>
                        </a:lnSpc>
                        <a:tabLst>
                          <a:tab algn="l" pos="0"/>
                        </a:tabLst>
                      </a:pPr>
                      <a:r>
                        <a:rPr b="1" lang="en-US" sz="1800" spc="-1" strike="noStrike">
                          <a:solidFill>
                            <a:schemeClr val="dk1"/>
                          </a:solidFill>
                          <a:latin typeface="Arial"/>
                          <a:ea typeface="Arial"/>
                        </a:rPr>
                        <a:t> </a:t>
                      </a:r>
                      <a:r>
                        <a:rPr b="1" lang="en-US" sz="1800" spc="-1" strike="noStrike">
                          <a:solidFill>
                            <a:schemeClr val="dk1"/>
                          </a:solidFill>
                          <a:latin typeface="Arial"/>
                          <a:ea typeface="Arial"/>
                        </a:rPr>
                        <a:t>DEPARTMENT OF ELECTRONICS AND COMMUNICATION</a:t>
                      </a:r>
                      <a:endParaRPr b="0" lang="en-US" sz="1800" spc="-1" strike="noStrike">
                        <a:solidFill>
                          <a:srgbClr val="000000"/>
                        </a:solidFill>
                        <a:latin typeface="Arial"/>
                      </a:endParaRPr>
                    </a:p>
                    <a:p>
                      <a:pPr algn="ctr">
                        <a:lnSpc>
                          <a:spcPct val="100000"/>
                        </a:lnSpc>
                        <a:tabLst>
                          <a:tab algn="l" pos="0"/>
                        </a:tabLst>
                      </a:pPr>
                      <a:r>
                        <a:rPr b="1" lang="en-US" sz="1800" spc="-1" strike="noStrike">
                          <a:solidFill>
                            <a:schemeClr val="dk1"/>
                          </a:solidFill>
                          <a:latin typeface="Arial"/>
                          <a:ea typeface="Arial"/>
                        </a:rPr>
                        <a:t> </a:t>
                      </a:r>
                      <a:r>
                        <a:rPr b="1" lang="en-US" sz="1800" spc="-1" strike="noStrike">
                          <a:solidFill>
                            <a:schemeClr val="dk1"/>
                          </a:solidFill>
                          <a:latin typeface="Arial"/>
                          <a:ea typeface="Arial"/>
                        </a:rPr>
                        <a:t>ENGINEERING</a:t>
                      </a:r>
                      <a:endParaRPr b="0" lang="en-US" sz="18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ec9ba4"/>
                    </a:solidFill>
                  </a:tcPr>
                </a:tc>
              </a:tr>
              <a:tr h="365760">
                <a:tc>
                  <a:txBody>
                    <a:bodyPr lIns="36000" rIns="36000" anchor="t">
                      <a:noAutofit/>
                    </a:bodyPr>
                    <a:p>
                      <a:pPr algn="ctr">
                        <a:lnSpc>
                          <a:spcPct val="100000"/>
                        </a:lnSpc>
                        <a:tabLst>
                          <a:tab algn="l" pos="0"/>
                        </a:tabLst>
                      </a:pPr>
                      <a:r>
                        <a:rPr b="1" lang="en-US" sz="1800" spc="-1" strike="noStrike">
                          <a:solidFill>
                            <a:srgbClr val="892d4e"/>
                          </a:solidFill>
                          <a:latin typeface="Arial"/>
                          <a:ea typeface="Arial"/>
                        </a:rPr>
                        <a:t>B.E – PRODUCT DEVELOPMENT LAB- First Review - DATE:  28-02-26</a:t>
                      </a:r>
                      <a:endParaRPr b="0" lang="en-US" sz="1800" spc="-1" strike="noStrike">
                        <a:solidFill>
                          <a:srgbClr val="000000"/>
                        </a:solidFill>
                        <a:latin typeface="Arial"/>
                      </a:endParaRPr>
                    </a:p>
                  </a:txBody>
                  <a:tcPr anchor="t" marL="36000" marR="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f7d1d5"/>
                    </a:solidFill>
                  </a:tcPr>
                </a:tc>
              </a:tr>
            </a:tbl>
          </a:graphicData>
        </a:graphic>
      </p:graphicFrame>
      <p:pic>
        <p:nvPicPr>
          <p:cNvPr id="507" name="Google Shape;355;p48" descr="ANNA UNIVERSITY"/>
          <p:cNvPicPr/>
          <p:nvPr/>
        </p:nvPicPr>
        <p:blipFill>
          <a:blip r:embed="rId1"/>
          <a:stretch/>
        </p:blipFill>
        <p:spPr>
          <a:xfrm>
            <a:off x="152280" y="519120"/>
            <a:ext cx="838440" cy="757440"/>
          </a:xfrm>
          <a:prstGeom prst="rect">
            <a:avLst/>
          </a:prstGeom>
          <a:ln w="0">
            <a:noFill/>
          </a:ln>
        </p:spPr>
      </p:pic>
      <p:sp>
        <p:nvSpPr>
          <p:cNvPr id="508" name="Google Shape;356;p48"/>
          <p:cNvSpPr/>
          <p:nvPr/>
        </p:nvSpPr>
        <p:spPr>
          <a:xfrm>
            <a:off x="-103320" y="1828800"/>
            <a:ext cx="9501840" cy="19281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tabLst>
                <a:tab algn="l" pos="0"/>
              </a:tabLst>
            </a:pPr>
            <a:r>
              <a:rPr b="1" lang="en-US" sz="3200" spc="-1" strike="noStrike">
                <a:solidFill>
                  <a:srgbClr val="ffffff"/>
                </a:solidFill>
                <a:latin typeface="Arial"/>
                <a:ea typeface="Arial"/>
              </a:rPr>
              <a:t>  </a:t>
            </a:r>
            <a:endParaRPr b="0" lang="en-US" sz="3200" spc="-1" strike="noStrike">
              <a:solidFill>
                <a:srgbClr val="000000"/>
              </a:solidFill>
              <a:latin typeface="Arial"/>
            </a:endParaRPr>
          </a:p>
        </p:txBody>
      </p:sp>
      <p:pic>
        <p:nvPicPr>
          <p:cNvPr id="509" name="Google Shape;357;p48" descr=""/>
          <p:cNvPicPr/>
          <p:nvPr/>
        </p:nvPicPr>
        <p:blipFill>
          <a:blip r:embed="rId2"/>
          <a:stretch/>
        </p:blipFill>
        <p:spPr>
          <a:xfrm>
            <a:off x="8153280" y="457200"/>
            <a:ext cx="836640" cy="836640"/>
          </a:xfrm>
          <a:prstGeom prst="rect">
            <a:avLst/>
          </a:prstGeom>
          <a:ln w="0">
            <a:noFill/>
          </a:ln>
        </p:spPr>
      </p:pic>
      <p:sp>
        <p:nvSpPr>
          <p:cNvPr id="510" name=""/>
          <p:cNvSpPr txBox="1"/>
          <p:nvPr/>
        </p:nvSpPr>
        <p:spPr>
          <a:xfrm>
            <a:off x="228600" y="2057400"/>
            <a:ext cx="8458200" cy="770040"/>
          </a:xfrm>
          <a:prstGeom prst="rect">
            <a:avLst/>
          </a:prstGeom>
          <a:noFill/>
          <a:ln w="0">
            <a:noFill/>
          </a:ln>
        </p:spPr>
        <p:txBody>
          <a:bodyPr lIns="90000" rIns="90000" tIns="45000" bIns="45000" anchor="t">
            <a:noAutofit/>
          </a:bodyPr>
          <a:p>
            <a:r>
              <a:rPr b="0" lang="en-US" sz="2400" spc="-1" strike="noStrike">
                <a:solidFill>
                  <a:srgbClr val="ffffff"/>
                </a:solidFill>
                <a:latin typeface="Arial"/>
              </a:rPr>
              <a:t>PranaRakshak-  Smart Pollution Monitoring &amp; Safety System</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311760" y="537480"/>
            <a:ext cx="8513640" cy="842040"/>
          </a:xfrm>
          <a:prstGeom prst="rect">
            <a:avLst/>
          </a:prstGeom>
          <a:noFill/>
          <a:ln w="0">
            <a:noFill/>
          </a:ln>
        </p:spPr>
        <p:txBody>
          <a:bodyPr lIns="91440" rIns="91440" tIns="91440" bIns="91440" anchor="b">
            <a:normAutofit/>
          </a:bodyPr>
          <a:p>
            <a:pPr indent="0" algn="ctr">
              <a:lnSpc>
                <a:spcPct val="100000"/>
              </a:lnSpc>
              <a:buNone/>
              <a:tabLst>
                <a:tab algn="l" pos="0"/>
              </a:tabLst>
            </a:pPr>
            <a:r>
              <a:rPr b="1" i="1" lang="en-US" sz="4300" spc="-1" strike="noStrike">
                <a:solidFill>
                  <a:srgbClr val="562214"/>
                </a:solidFill>
                <a:latin typeface="Gill Sans"/>
                <a:ea typeface="Gill Sans"/>
              </a:rPr>
              <a:t>CONTENTS</a:t>
            </a:r>
            <a:endParaRPr b="0" lang="en-US" sz="4300" spc="-1" strike="noStrike">
              <a:solidFill>
                <a:srgbClr val="000000"/>
              </a:solidFill>
              <a:latin typeface="Arial"/>
            </a:endParaRPr>
          </a:p>
        </p:txBody>
      </p:sp>
      <p:sp>
        <p:nvSpPr>
          <p:cNvPr id="512" name="PlaceHolder 2"/>
          <p:cNvSpPr>
            <a:spLocks noGrp="1"/>
          </p:cNvSpPr>
          <p:nvPr>
            <p:ph type="subTitle"/>
          </p:nvPr>
        </p:nvSpPr>
        <p:spPr>
          <a:xfrm>
            <a:off x="1297080" y="1591560"/>
            <a:ext cx="7375320" cy="4314240"/>
          </a:xfrm>
          <a:prstGeom prst="rect">
            <a:avLst/>
          </a:prstGeom>
          <a:noFill/>
          <a:ln w="0">
            <a:noFill/>
          </a:ln>
        </p:spPr>
        <p:txBody>
          <a:bodyPr lIns="91440" rIns="91440" tIns="91440" bIns="91440" anchor="t">
            <a:normAutofit fontScale="75000" lnSpcReduction="20000"/>
          </a:bodyPr>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OBJECTIVE</a:t>
            </a:r>
            <a:endParaRPr b="0" lang="en-US" sz="2600" spc="-1" strike="noStrike">
              <a:solidFill>
                <a:srgbClr val="000000"/>
              </a:solidFill>
              <a:latin typeface="Arial"/>
            </a:endParaRPr>
          </a:p>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INTRODUCTION</a:t>
            </a:r>
            <a:endParaRPr b="0" lang="en-US" sz="2600" spc="-1" strike="noStrike">
              <a:solidFill>
                <a:srgbClr val="000000"/>
              </a:solidFill>
              <a:latin typeface="Arial"/>
            </a:endParaRPr>
          </a:p>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LITERATURE REVIEW</a:t>
            </a:r>
            <a:endParaRPr b="0" lang="en-US" sz="2600" spc="-1" strike="noStrike">
              <a:solidFill>
                <a:srgbClr val="000000"/>
              </a:solidFill>
              <a:latin typeface="Arial"/>
            </a:endParaRPr>
          </a:p>
          <a:p>
            <a:pPr marL="514440" indent="-484560">
              <a:lnSpc>
                <a:spcPct val="170000"/>
              </a:lnSpc>
              <a:buClr>
                <a:srgbClr val="00b050"/>
              </a:buClr>
              <a:buSzPct val="80000"/>
              <a:buFont typeface="Arial"/>
              <a:buChar char="●"/>
            </a:pPr>
            <a:r>
              <a:rPr b="1" lang="en-US" sz="2600" spc="-1" strike="noStrike">
                <a:solidFill>
                  <a:srgbClr val="00b050"/>
                </a:solidFill>
                <a:latin typeface="Arial"/>
                <a:ea typeface="Arial"/>
              </a:rPr>
              <a:t>PROBLEM STATEMENT</a:t>
            </a:r>
            <a:endParaRPr b="0" lang="en-US" sz="2600" spc="-1" strike="noStrike">
              <a:solidFill>
                <a:srgbClr val="000000"/>
              </a:solidFill>
              <a:latin typeface="Arial"/>
            </a:endParaRPr>
          </a:p>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PROPOSED WORK</a:t>
            </a:r>
            <a:endParaRPr b="0" lang="en-US" sz="2600" spc="-1" strike="noStrike">
              <a:solidFill>
                <a:srgbClr val="000000"/>
              </a:solidFill>
              <a:latin typeface="Arial"/>
            </a:endParaRPr>
          </a:p>
          <a:p>
            <a:pPr marL="514440" indent="-484560">
              <a:lnSpc>
                <a:spcPct val="170000"/>
              </a:lnSpc>
              <a:buClr>
                <a:srgbClr val="00b050"/>
              </a:buClr>
              <a:buSzPct val="80000"/>
              <a:buFont typeface="Arial"/>
              <a:buChar char="●"/>
            </a:pPr>
            <a:r>
              <a:rPr b="1" lang="en-US" sz="2600" spc="-1" strike="noStrike">
                <a:solidFill>
                  <a:srgbClr val="00b050"/>
                </a:solidFill>
                <a:latin typeface="Arial"/>
                <a:ea typeface="Arial"/>
              </a:rPr>
              <a:t>FLOW DIAGRAM</a:t>
            </a:r>
            <a:endParaRPr b="0" lang="en-US" sz="2600" spc="-1" strike="noStrike">
              <a:solidFill>
                <a:srgbClr val="000000"/>
              </a:solidFill>
              <a:latin typeface="Arial"/>
            </a:endParaRPr>
          </a:p>
          <a:p>
            <a:pPr marL="514440" indent="-484560">
              <a:lnSpc>
                <a:spcPct val="170000"/>
              </a:lnSpc>
              <a:buClr>
                <a:srgbClr val="00b050"/>
              </a:buClr>
              <a:buSzPct val="80000"/>
              <a:buFont typeface="Arial"/>
              <a:buChar char="●"/>
            </a:pPr>
            <a:r>
              <a:rPr b="1" lang="en-US" sz="2600" spc="-1" strike="noStrike">
                <a:solidFill>
                  <a:srgbClr val="00b050"/>
                </a:solidFill>
                <a:latin typeface="Arial"/>
                <a:ea typeface="Arial"/>
              </a:rPr>
              <a:t>BLOCK DIAGRAM</a:t>
            </a:r>
            <a:endParaRPr b="0" lang="en-US" sz="2600" spc="-1" strike="noStrike">
              <a:solidFill>
                <a:srgbClr val="000000"/>
              </a:solidFill>
              <a:latin typeface="Arial"/>
            </a:endParaRPr>
          </a:p>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CONCLUSION</a:t>
            </a:r>
            <a:endParaRPr b="0" lang="en-US" sz="2600" spc="-1" strike="noStrike">
              <a:solidFill>
                <a:srgbClr val="000000"/>
              </a:solidFill>
              <a:latin typeface="Arial"/>
            </a:endParaRPr>
          </a:p>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REFERENCES</a:t>
            </a:r>
            <a:endParaRPr b="0" lang="en-US" sz="2600" spc="-1" strike="noStrike">
              <a:solidFill>
                <a:srgbClr val="000000"/>
              </a:solidFill>
              <a:latin typeface="Arial"/>
            </a:endParaRPr>
          </a:p>
          <a:p>
            <a:pPr marL="514440" indent="-484560">
              <a:lnSpc>
                <a:spcPct val="170000"/>
              </a:lnSpc>
              <a:buClr>
                <a:srgbClr val="3891a7"/>
              </a:buClr>
              <a:buSzPct val="80000"/>
              <a:buFont typeface="Gill Sans"/>
              <a:buChar char="●"/>
            </a:pPr>
            <a:r>
              <a:rPr b="1" lang="en-US" sz="2600" spc="-1" strike="noStrike">
                <a:solidFill>
                  <a:srgbClr val="00b050"/>
                </a:solidFill>
                <a:latin typeface="Arial"/>
                <a:ea typeface="Arial"/>
              </a:rPr>
              <a:t>WORKPLAN</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title"/>
          </p:nvPr>
        </p:nvSpPr>
        <p:spPr>
          <a:xfrm>
            <a:off x="623520" y="476640"/>
            <a:ext cx="8519040" cy="1141560"/>
          </a:xfrm>
          <a:prstGeom prst="rect">
            <a:avLst/>
          </a:prstGeom>
          <a:noFill/>
          <a:ln w="0">
            <a:noFill/>
          </a:ln>
        </p:spPr>
        <p:txBody>
          <a:bodyPr lIns="91440" rIns="91440" tIns="91440" bIns="91440" anchor="b">
            <a:normAutofit/>
          </a:bodyPr>
          <a:p>
            <a:pPr indent="0" algn="ctr">
              <a:lnSpc>
                <a:spcPct val="100000"/>
              </a:lnSpc>
              <a:buNone/>
              <a:tabLst>
                <a:tab algn="l" pos="0"/>
              </a:tabLst>
            </a:pPr>
            <a:r>
              <a:rPr b="1" i="1" lang="en-US" sz="4300" spc="-1" strike="noStrike">
                <a:solidFill>
                  <a:srgbClr val="562214"/>
                </a:solidFill>
                <a:latin typeface="Gill Sans"/>
                <a:ea typeface="Gill Sans"/>
              </a:rPr>
              <a:t>OBJECTIVES</a:t>
            </a:r>
            <a:endParaRPr b="0" lang="en-US" sz="4300" spc="-1" strike="noStrike">
              <a:solidFill>
                <a:srgbClr val="000000"/>
              </a:solidFill>
              <a:latin typeface="Arial"/>
            </a:endParaRPr>
          </a:p>
        </p:txBody>
      </p:sp>
      <p:sp>
        <p:nvSpPr>
          <p:cNvPr id="514" name="PlaceHolder 2"/>
          <p:cNvSpPr>
            <a:spLocks noGrp="1"/>
          </p:cNvSpPr>
          <p:nvPr>
            <p:ph type="subTitle"/>
          </p:nvPr>
        </p:nvSpPr>
        <p:spPr>
          <a:xfrm>
            <a:off x="1353240" y="1980720"/>
            <a:ext cx="7333560" cy="4191480"/>
          </a:xfrm>
          <a:prstGeom prst="rect">
            <a:avLst/>
          </a:prstGeom>
          <a:noFill/>
          <a:ln w="0">
            <a:noFill/>
          </a:ln>
        </p:spPr>
        <p:txBody>
          <a:bodyPr lIns="91440" rIns="91440" tIns="0" bIns="45720" anchor="t">
            <a:normAutofit/>
          </a:bodyPr>
          <a:p>
            <a:pPr indent="-216000">
              <a:lnSpc>
                <a:spcPct val="100000"/>
              </a:lnSpc>
              <a:spcBef>
                <a:spcPts val="1191"/>
              </a:spcBef>
              <a:spcAft>
                <a:spcPts val="992"/>
              </a:spcAft>
              <a:buClr>
                <a:srgbClr val="000000"/>
              </a:buClr>
              <a:buFont typeface="Wingdings" charset="2"/>
              <a:buChar char=""/>
            </a:pPr>
            <a:r>
              <a:rPr b="0" lang="en-US" sz="1800" spc="-1" strike="noStrike">
                <a:solidFill>
                  <a:srgbClr val="000000"/>
                </a:solidFill>
                <a:latin typeface="Arial"/>
              </a:rPr>
              <a:t>To continuously monitor industrial air quality parameters such as toxic gases, temperature, and humidity in real time.</a:t>
            </a:r>
            <a:endParaRPr b="0" lang="en-US" sz="1800" spc="-1" strike="noStrike">
              <a:solidFill>
                <a:srgbClr val="000000"/>
              </a:solidFill>
              <a:latin typeface="Arial"/>
            </a:endParaRPr>
          </a:p>
          <a:p>
            <a:pPr indent="-216000">
              <a:lnSpc>
                <a:spcPct val="100000"/>
              </a:lnSpc>
              <a:spcBef>
                <a:spcPts val="1191"/>
              </a:spcBef>
              <a:spcAft>
                <a:spcPts val="992"/>
              </a:spcAft>
              <a:buClr>
                <a:srgbClr val="000000"/>
              </a:buClr>
              <a:buFont typeface="Wingdings" charset="2"/>
              <a:buChar char=""/>
            </a:pPr>
            <a:r>
              <a:rPr b="0" lang="en-US" sz="1800" spc="-1" strike="noStrike">
                <a:solidFill>
                  <a:srgbClr val="000000"/>
                </a:solidFill>
                <a:latin typeface="Arial"/>
              </a:rPr>
              <a:t>To detect early signs of fire and smoke using an AI-based vision system for faster response.</a:t>
            </a:r>
            <a:endParaRPr b="0" lang="en-US" sz="1800" spc="-1" strike="noStrike">
              <a:solidFill>
                <a:srgbClr val="000000"/>
              </a:solidFill>
              <a:latin typeface="Arial"/>
            </a:endParaRPr>
          </a:p>
          <a:p>
            <a:pPr indent="-216000">
              <a:lnSpc>
                <a:spcPct val="100000"/>
              </a:lnSpc>
              <a:spcBef>
                <a:spcPts val="1191"/>
              </a:spcBef>
              <a:spcAft>
                <a:spcPts val="992"/>
              </a:spcAft>
              <a:buClr>
                <a:srgbClr val="000000"/>
              </a:buClr>
              <a:buFont typeface="Wingdings" charset="2"/>
              <a:buChar char=""/>
            </a:pPr>
            <a:r>
              <a:rPr b="0" lang="en-US" sz="1800" spc="-1" strike="noStrike">
                <a:solidFill>
                  <a:srgbClr val="000000"/>
                </a:solidFill>
                <a:latin typeface="Arial"/>
              </a:rPr>
              <a:t>To automatically generate emergency alerts to industry management, government authorities, hospitals, and emergency services.</a:t>
            </a:r>
            <a:endParaRPr b="0" lang="en-US" sz="1800" spc="-1" strike="noStrike">
              <a:solidFill>
                <a:srgbClr val="000000"/>
              </a:solidFill>
              <a:latin typeface="Arial"/>
            </a:endParaRPr>
          </a:p>
          <a:p>
            <a:pPr indent="-216000">
              <a:lnSpc>
                <a:spcPct val="100000"/>
              </a:lnSpc>
              <a:spcBef>
                <a:spcPts val="1191"/>
              </a:spcBef>
              <a:spcAft>
                <a:spcPts val="992"/>
              </a:spcAft>
              <a:buClr>
                <a:srgbClr val="000000"/>
              </a:buClr>
              <a:buFont typeface="Wingdings" charset="2"/>
              <a:buChar char=""/>
            </a:pPr>
            <a:r>
              <a:rPr b="0" lang="en-US" sz="1800" spc="-1" strike="noStrike">
                <a:solidFill>
                  <a:srgbClr val="000000"/>
                </a:solidFill>
                <a:latin typeface="Arial"/>
              </a:rPr>
              <a:t>To develop a custom web-based dashboard for real-time data visualization and remote monitoring.</a:t>
            </a:r>
            <a:endParaRPr b="0" lang="en-US" sz="1800" spc="-1" strike="noStrike">
              <a:solidFill>
                <a:srgbClr val="000000"/>
              </a:solidFill>
              <a:latin typeface="Arial"/>
            </a:endParaRPr>
          </a:p>
          <a:p>
            <a:pPr indent="-216000">
              <a:lnSpc>
                <a:spcPct val="100000"/>
              </a:lnSpc>
              <a:spcBef>
                <a:spcPts val="1191"/>
              </a:spcBef>
              <a:spcAft>
                <a:spcPts val="992"/>
              </a:spcAft>
              <a:buClr>
                <a:srgbClr val="000000"/>
              </a:buClr>
              <a:buFont typeface="Wingdings" charset="2"/>
              <a:buChar char=""/>
            </a:pPr>
            <a:r>
              <a:rPr b="0" lang="en-US" sz="1800" spc="-1" strike="noStrike">
                <a:solidFill>
                  <a:srgbClr val="000000"/>
                </a:solidFill>
                <a:latin typeface="Arial"/>
              </a:rPr>
              <a:t>To reduce industrial accidents, environmental damage, and human fatalities through intelligent and automated safety mechanisms.</a:t>
            </a:r>
            <a:endParaRPr b="0" lang="en-US" sz="1800" spc="-1" strike="noStrike">
              <a:solidFill>
                <a:srgbClr val="000000"/>
              </a:solidFill>
              <a:latin typeface="Arial"/>
            </a:endParaRPr>
          </a:p>
          <a:p>
            <a:pPr indent="0">
              <a:lnSpc>
                <a:spcPct val="100000"/>
              </a:lnSpc>
              <a:spcBef>
                <a:spcPts val="1191"/>
              </a:spcBef>
              <a:spcAft>
                <a:spcPts val="992"/>
              </a:spcAft>
              <a:buNone/>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title"/>
          </p:nvPr>
        </p:nvSpPr>
        <p:spPr>
          <a:xfrm>
            <a:off x="988560" y="374760"/>
            <a:ext cx="7770960" cy="893160"/>
          </a:xfrm>
          <a:prstGeom prst="rect">
            <a:avLst/>
          </a:prstGeom>
          <a:noFill/>
          <a:ln w="0">
            <a:noFill/>
          </a:ln>
        </p:spPr>
        <p:txBody>
          <a:bodyPr lIns="91440" rIns="91440" tIns="91440" bIns="91440" anchor="b">
            <a:normAutofit/>
          </a:bodyPr>
          <a:p>
            <a:pPr indent="0" algn="ctr">
              <a:lnSpc>
                <a:spcPct val="100000"/>
              </a:lnSpc>
              <a:buNone/>
              <a:tabLst>
                <a:tab algn="l" pos="0"/>
              </a:tabLst>
            </a:pPr>
            <a:r>
              <a:rPr b="1" i="1" lang="en-US" sz="4300" spc="-1" strike="noStrike">
                <a:solidFill>
                  <a:srgbClr val="562214"/>
                </a:solidFill>
                <a:latin typeface="Gill Sans"/>
                <a:ea typeface="Gill Sans"/>
              </a:rPr>
              <a:t>INTRODUCTION</a:t>
            </a:r>
            <a:endParaRPr b="0" lang="en-US" sz="4300" spc="-1" strike="noStrike">
              <a:solidFill>
                <a:srgbClr val="000000"/>
              </a:solidFill>
              <a:latin typeface="Arial"/>
            </a:endParaRPr>
          </a:p>
        </p:txBody>
      </p:sp>
      <p:sp>
        <p:nvSpPr>
          <p:cNvPr id="516" name=""/>
          <p:cNvSpPr/>
          <p:nvPr/>
        </p:nvSpPr>
        <p:spPr>
          <a:xfrm>
            <a:off x="1143000" y="1371600"/>
            <a:ext cx="8000280" cy="50284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Industrial safety becomes critical for small industries which operate in remote areas and semi-urban regions because they lack access to advanced monitoring systems and emergency response capabilities. The current fire and pollution detection systems operate as expensive solutions which only respond to emergencies without automatic alert systems, which results in emergency response delays during incidents like fire outbreaks and toxic gas leaks. The delays which occur during this process lead to three different types of damage which include human fatalities and environmental destruction and economic damage.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Arial"/>
                <a:ea typeface="DejaVu Sans"/>
              </a:rPr>
              <a:t>The project presents an affordable safety system which uses Internet of Things technology to monitor environmental conditions and employs artificial intelligence for fire detection while displaying information through a Flask web application. The system detects hazards at an early stage and sends automatic notifications to government offices and medical facilities and ambulance services, which leads to faster emergency response times and decreased deaths in industrial environments located far from urban centers.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457200" y="274680"/>
            <a:ext cx="8228160" cy="1141560"/>
          </a:xfrm>
          <a:prstGeom prst="rect">
            <a:avLst/>
          </a:prstGeom>
          <a:noFill/>
          <a:ln w="0">
            <a:noFill/>
          </a:ln>
        </p:spPr>
        <p:txBody>
          <a:bodyPr lIns="91440" rIns="91440" tIns="45720" bIns="45720" anchor="ctr">
            <a:noAutofit/>
          </a:bodyPr>
          <a:p>
            <a:pPr indent="0" algn="ctr">
              <a:lnSpc>
                <a:spcPct val="100000"/>
              </a:lnSpc>
              <a:buNone/>
              <a:tabLst>
                <a:tab algn="l" pos="0"/>
              </a:tabLst>
            </a:pPr>
            <a:r>
              <a:rPr b="1" i="1" lang="en-US" sz="4400" spc="-1" strike="noStrike">
                <a:solidFill>
                  <a:srgbClr val="4f271c"/>
                </a:solidFill>
                <a:latin typeface="Arial"/>
                <a:ea typeface="Arial"/>
              </a:rPr>
              <a:t>Literature Review</a:t>
            </a:r>
            <a:endParaRPr b="0" lang="en-US" sz="4400" spc="-1" strike="noStrike">
              <a:solidFill>
                <a:srgbClr val="000000"/>
              </a:solidFill>
              <a:latin typeface="Arial"/>
            </a:endParaRPr>
          </a:p>
          <a:p>
            <a:pPr indent="0" algn="ctr">
              <a:lnSpc>
                <a:spcPct val="100000"/>
              </a:lnSpc>
              <a:buNone/>
              <a:tabLst>
                <a:tab algn="l" pos="0"/>
              </a:tabLst>
            </a:pPr>
            <a:br>
              <a:rPr sz="2400"/>
            </a:br>
            <a:endParaRPr b="0" lang="en-US" sz="2400" spc="-1" strike="noStrike">
              <a:solidFill>
                <a:srgbClr val="000000"/>
              </a:solidFill>
              <a:latin typeface="Arial"/>
            </a:endParaRPr>
          </a:p>
        </p:txBody>
      </p:sp>
      <p:sp>
        <p:nvSpPr>
          <p:cNvPr id="518" name="PlaceHolder 2"/>
          <p:cNvSpPr>
            <a:spLocks noGrp="1"/>
          </p:cNvSpPr>
          <p:nvPr>
            <p:ph type="sldNum" idx="130"/>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EDA391F-9DFD-4B26-9161-0A6D38F866A4}"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graphicFrame>
        <p:nvGraphicFramePr>
          <p:cNvPr id="519" name="Google Shape;383;p52"/>
          <p:cNvGraphicFramePr/>
          <p:nvPr/>
        </p:nvGraphicFramePr>
        <p:xfrm>
          <a:off x="315720" y="856800"/>
          <a:ext cx="8380440" cy="5185080"/>
        </p:xfrm>
        <a:graphic>
          <a:graphicData uri="http://schemas.openxmlformats.org/drawingml/2006/table">
            <a:tbl>
              <a:tblPr/>
              <a:tblGrid>
                <a:gridCol w="691920"/>
                <a:gridCol w="1972080"/>
                <a:gridCol w="1050120"/>
                <a:gridCol w="1899720"/>
                <a:gridCol w="1243080"/>
                <a:gridCol w="1523880"/>
              </a:tblGrid>
              <a:tr h="1024920">
                <a:tc>
                  <a:txBody>
                    <a:bodyPr anchor="t">
                      <a:noAutofit/>
                    </a:bodyPr>
                    <a:p>
                      <a:pPr algn="ctr">
                        <a:lnSpc>
                          <a:spcPct val="100000"/>
                        </a:lnSpc>
                        <a:tabLst>
                          <a:tab algn="l" pos="0"/>
                        </a:tabLst>
                      </a:pPr>
                      <a:r>
                        <a:rPr b="1" lang="en-US" sz="1800" spc="-1" strike="noStrike">
                          <a:solidFill>
                            <a:schemeClr val="lt1"/>
                          </a:solidFill>
                          <a:latin typeface="Arial"/>
                          <a:ea typeface="Arial"/>
                        </a:rPr>
                        <a:t>SI.No</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ffffff"/>
                      </a:solidFill>
                      <a:prstDash val="solid"/>
                    </a:lnB>
                    <a:solidFill>
                      <a:schemeClr val="accent4"/>
                    </a:solidFill>
                  </a:tcPr>
                </a:tc>
                <a:tc>
                  <a:txBody>
                    <a:bodyPr anchor="t">
                      <a:noAutofit/>
                    </a:bodyPr>
                    <a:p>
                      <a:pPr algn="ctr">
                        <a:lnSpc>
                          <a:spcPct val="100000"/>
                        </a:lnSpc>
                        <a:tabLst>
                          <a:tab algn="l" pos="0"/>
                        </a:tabLst>
                      </a:pPr>
                      <a:r>
                        <a:rPr b="1" lang="en-US" sz="1800" spc="-1" strike="noStrike">
                          <a:solidFill>
                            <a:schemeClr val="lt1"/>
                          </a:solidFill>
                          <a:latin typeface="Calibri"/>
                          <a:ea typeface="Calibri"/>
                        </a:rPr>
                        <a:t>Title of the Paper</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ffffff"/>
                      </a:solidFill>
                      <a:prstDash val="solid"/>
                    </a:lnB>
                    <a:solidFill>
                      <a:schemeClr val="accent4"/>
                    </a:solidFill>
                  </a:tcPr>
                </a:tc>
                <a:tc>
                  <a:txBody>
                    <a:bodyPr anchor="t">
                      <a:noAutofit/>
                    </a:bodyPr>
                    <a:p>
                      <a:pPr algn="ctr">
                        <a:lnSpc>
                          <a:spcPct val="100000"/>
                        </a:lnSpc>
                        <a:tabLst>
                          <a:tab algn="l" pos="0"/>
                        </a:tabLst>
                      </a:pPr>
                      <a:r>
                        <a:rPr b="1" lang="en-US" sz="1800" spc="-1" strike="noStrike">
                          <a:solidFill>
                            <a:schemeClr val="lt1"/>
                          </a:solidFill>
                          <a:latin typeface="Calibri"/>
                          <a:ea typeface="Calibri"/>
                        </a:rPr>
                        <a:t>Year of Publication</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ffffff"/>
                      </a:solidFill>
                      <a:prstDash val="solid"/>
                    </a:lnB>
                    <a:solidFill>
                      <a:schemeClr val="accent4"/>
                    </a:solidFill>
                  </a:tcPr>
                </a:tc>
                <a:tc>
                  <a:txBody>
                    <a:bodyPr anchor="t">
                      <a:noAutofit/>
                    </a:bodyPr>
                    <a:p>
                      <a:pPr algn="ctr">
                        <a:lnSpc>
                          <a:spcPct val="100000"/>
                        </a:lnSpc>
                        <a:tabLst>
                          <a:tab algn="l" pos="0"/>
                        </a:tabLst>
                      </a:pPr>
                      <a:r>
                        <a:rPr b="1" lang="en-US" sz="1800" spc="-1" strike="noStrike">
                          <a:solidFill>
                            <a:schemeClr val="lt1"/>
                          </a:solidFill>
                          <a:latin typeface="Calibri"/>
                          <a:ea typeface="Calibri"/>
                        </a:rPr>
                        <a:t>Methodology</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ffffff"/>
                      </a:solidFill>
                      <a:prstDash val="solid"/>
                    </a:lnB>
                    <a:solidFill>
                      <a:schemeClr val="accent4"/>
                    </a:solidFill>
                  </a:tcPr>
                </a:tc>
                <a:tc>
                  <a:txBody>
                    <a:bodyPr anchor="t">
                      <a:noAutofit/>
                    </a:bodyPr>
                    <a:p>
                      <a:pPr algn="ctr">
                        <a:lnSpc>
                          <a:spcPct val="100000"/>
                        </a:lnSpc>
                        <a:tabLst>
                          <a:tab algn="l" pos="0"/>
                        </a:tabLst>
                      </a:pPr>
                      <a:r>
                        <a:rPr b="1" lang="en-US" sz="1800" spc="-1" strike="noStrike">
                          <a:solidFill>
                            <a:schemeClr val="lt1"/>
                          </a:solidFill>
                          <a:latin typeface="Calibri"/>
                          <a:ea typeface="Calibri"/>
                        </a:rPr>
                        <a:t>Pros</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ffffff"/>
                      </a:solidFill>
                      <a:prstDash val="solid"/>
                    </a:lnB>
                    <a:solidFill>
                      <a:schemeClr val="accent4"/>
                    </a:solidFill>
                  </a:tcPr>
                </a:tc>
                <a:tc>
                  <a:txBody>
                    <a:bodyPr anchor="t">
                      <a:noAutofit/>
                    </a:bodyPr>
                    <a:p>
                      <a:pPr algn="ctr">
                        <a:lnSpc>
                          <a:spcPct val="100000"/>
                        </a:lnSpc>
                        <a:tabLst>
                          <a:tab algn="l" pos="0"/>
                        </a:tabLst>
                      </a:pPr>
                      <a:r>
                        <a:rPr b="1" lang="en-US" sz="1800" spc="-1" strike="noStrike">
                          <a:solidFill>
                            <a:schemeClr val="lt1"/>
                          </a:solidFill>
                          <a:latin typeface="Arial"/>
                          <a:ea typeface="Arial"/>
                        </a:rPr>
                        <a:t>Cons</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ffffff"/>
                      </a:solidFill>
                      <a:prstDash val="solid"/>
                    </a:lnB>
                    <a:solidFill>
                      <a:schemeClr val="accent4"/>
                    </a:solidFill>
                  </a:tcPr>
                </a:tc>
              </a:tr>
              <a:tr h="1228320">
                <a:tc>
                  <a:txBody>
                    <a:bodyPr anchor="t">
                      <a:noAutofit/>
                    </a:bodyPr>
                    <a:p>
                      <a:pPr>
                        <a:lnSpc>
                          <a:spcPct val="100000"/>
                        </a:lnSpc>
                        <a:tabLst>
                          <a:tab algn="l" pos="0"/>
                        </a:tabLst>
                      </a:pPr>
                      <a:r>
                        <a:rPr b="0" lang="en-US" sz="1800" spc="-1" strike="noStrike">
                          <a:solidFill>
                            <a:schemeClr val="dk1"/>
                          </a:solidFill>
                          <a:latin typeface="Arial"/>
                          <a:ea typeface="Arial"/>
                        </a:rPr>
                        <a:t>   </a:t>
                      </a:r>
                      <a:r>
                        <a:rPr b="0" lang="en-US" sz="1800" spc="-1" strike="noStrike">
                          <a:solidFill>
                            <a:schemeClr val="dk1"/>
                          </a:solidFill>
                          <a:latin typeface="Arial"/>
                          <a:ea typeface="Arial"/>
                        </a:rPr>
                        <a:t>1</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r>
                        <a:rPr b="0" lang="en-US" sz="1100" spc="-1" strike="noStrike">
                          <a:solidFill>
                            <a:srgbClr val="000000"/>
                          </a:solidFill>
                          <a:latin typeface="Arial"/>
                        </a:rPr>
                        <a:t>IoT-Based Industrial Air Pollution Monitoring System</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r>
                        <a:rPr b="0" lang="en-US" sz="1100" spc="-1" strike="noStrike">
                          <a:solidFill>
                            <a:srgbClr val="000000"/>
                          </a:solidFill>
                          <a:latin typeface="Arial"/>
                        </a:rPr>
                        <a:t>2022</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r>
                        <a:rPr b="0" lang="en-US" sz="1100" spc="-1" strike="noStrike">
                          <a:solidFill>
                            <a:srgbClr val="000000"/>
                          </a:solidFill>
                          <a:latin typeface="Arial"/>
                        </a:rPr>
                        <a:t>Used MQ135 gas sensor, DHT11 sensor, and Arduino/ESP8266 for real-time air quality monitoring. Data transmitted to cloud platform for visualization and alert generation.</a:t>
                      </a:r>
                      <a:endParaRPr b="0" lang="en-US" sz="1100" spc="-1" strike="noStrike">
                        <a:solidFill>
                          <a:srgbClr val="000000"/>
                        </a:solidFill>
                        <a:latin typeface="Arial"/>
                      </a:endParaRPr>
                    </a:p>
                    <a:p>
                      <a:endParaRPr b="0" lang="en-US" sz="1100" spc="-1" strike="noStrike">
                        <a:solidFill>
                          <a:srgbClr val="000000"/>
                        </a:solidFill>
                        <a:latin typeface="Arial"/>
                      </a:endParaRPr>
                    </a:p>
                    <a:p>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pPr marL="216000" indent="-216000">
                        <a:lnSpc>
                          <a:spcPct val="100000"/>
                        </a:lnSpc>
                        <a:spcBef>
                          <a:spcPts val="283"/>
                        </a:spcBef>
                        <a:spcAft>
                          <a:spcPts val="283"/>
                        </a:spcAft>
                        <a:buClr>
                          <a:srgbClr val="000000"/>
                        </a:buClr>
                        <a:buSzPct val="45000"/>
                        <a:buFont typeface="Wingdings" charset="2"/>
                        <a:buChar char=""/>
                      </a:pPr>
                      <a:r>
                        <a:rPr b="0" lang="en-US" sz="1100" spc="-1" strike="noStrike">
                          <a:solidFill>
                            <a:srgbClr val="000000"/>
                          </a:solidFill>
                          <a:latin typeface="Arial"/>
                        </a:rPr>
                        <a:t>Low-cost IoT implementation</a:t>
                      </a:r>
                      <a:endParaRPr b="0" lang="en-US" sz="1100" spc="-1" strike="noStrike">
                        <a:solidFill>
                          <a:srgbClr val="000000"/>
                        </a:solidFill>
                        <a:latin typeface="Arial"/>
                        <a:ea typeface="Noto Sans CJK SC"/>
                      </a:endParaRPr>
                    </a:p>
                    <a:p>
                      <a:pPr marL="216000" indent="-216000">
                        <a:lnSpc>
                          <a:spcPct val="100000"/>
                        </a:lnSpc>
                        <a:spcBef>
                          <a:spcPts val="283"/>
                        </a:spcBef>
                        <a:spcAft>
                          <a:spcPts val="283"/>
                        </a:spcAft>
                        <a:buClr>
                          <a:srgbClr val="000000"/>
                        </a:buClr>
                        <a:buSzPct val="45000"/>
                        <a:buFont typeface="Wingdings" charset="2"/>
                        <a:buChar char=""/>
                      </a:pPr>
                      <a:r>
                        <a:rPr b="0" lang="en-US" sz="1100" spc="-1" strike="noStrike">
                          <a:solidFill>
                            <a:srgbClr val="000000"/>
                          </a:solidFill>
                          <a:latin typeface="Arial"/>
                        </a:rPr>
                        <a:t>Real-time monitoring</a:t>
                      </a:r>
                      <a:endParaRPr b="0" lang="en-US" sz="1100" spc="-1" strike="noStrike">
                        <a:solidFill>
                          <a:srgbClr val="000000"/>
                        </a:solidFill>
                        <a:latin typeface="Arial"/>
                        <a:ea typeface="Noto Sans CJK SC"/>
                      </a:endParaRPr>
                    </a:p>
                    <a:p>
                      <a:pPr marL="216000" indent="-216000">
                        <a:lnSpc>
                          <a:spcPct val="100000"/>
                        </a:lnSpc>
                        <a:spcBef>
                          <a:spcPts val="283"/>
                        </a:spcBef>
                        <a:spcAft>
                          <a:spcPts val="283"/>
                        </a:spcAft>
                        <a:buClr>
                          <a:srgbClr val="000000"/>
                        </a:buClr>
                        <a:buSzPct val="45000"/>
                        <a:buFont typeface="Wingdings" charset="2"/>
                        <a:buChar char=""/>
                      </a:pPr>
                      <a:r>
                        <a:rPr b="0" lang="en-US" sz="1100" spc="-1" strike="noStrike">
                          <a:solidFill>
                            <a:srgbClr val="000000"/>
                          </a:solidFill>
                          <a:latin typeface="Arial"/>
                        </a:rPr>
                        <a:t>Cloud-based visualization</a:t>
                      </a:r>
                      <a:endParaRPr b="0" lang="en-US" sz="1100" spc="-1" strike="noStrike">
                        <a:solidFill>
                          <a:srgbClr val="000000"/>
                        </a:solidFill>
                        <a:latin typeface="Arial"/>
                        <a:ea typeface="Noto Sans CJK SC"/>
                      </a:endParaRPr>
                    </a:p>
                    <a:p>
                      <a:pPr marL="216000" indent="-216000">
                        <a:lnSpc>
                          <a:spcPct val="100000"/>
                        </a:lnSpc>
                        <a:spcBef>
                          <a:spcPts val="283"/>
                        </a:spcBef>
                        <a:spcAft>
                          <a:spcPts val="283"/>
                        </a:spcAft>
                        <a:buClr>
                          <a:srgbClr val="000000"/>
                        </a:buClr>
                        <a:buSzPct val="45000"/>
                        <a:buFont typeface="Wingdings" charset="2"/>
                        <a:buChar char=""/>
                      </a:pPr>
                      <a:endParaRPr b="0" lang="en-US" sz="1100" spc="-1" strike="noStrike">
                        <a:solidFill>
                          <a:srgbClr val="000000"/>
                        </a:solidFill>
                        <a:latin typeface="Arial"/>
                        <a:ea typeface="Noto Sans CJK SC"/>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r>
              <a:tr h="1303200">
                <a:tc>
                  <a:txBody>
                    <a:bodyPr anchor="t">
                      <a:noAutofit/>
                    </a:bodyPr>
                    <a:p>
                      <a:pPr>
                        <a:lnSpc>
                          <a:spcPct val="100000"/>
                        </a:lnSpc>
                        <a:tabLst>
                          <a:tab algn="l" pos="0"/>
                        </a:tabLst>
                      </a:pPr>
                      <a:r>
                        <a:rPr b="0" lang="en-US" sz="1800" spc="-1" strike="noStrike">
                          <a:solidFill>
                            <a:schemeClr val="dk1"/>
                          </a:solidFill>
                          <a:latin typeface="Arial"/>
                          <a:ea typeface="Arial"/>
                        </a:rPr>
                        <a:t>   </a:t>
                      </a:r>
                      <a:r>
                        <a:rPr b="0" lang="en-US" sz="1800" spc="-1" strike="noStrike">
                          <a:solidFill>
                            <a:schemeClr val="dk1"/>
                          </a:solidFill>
                          <a:latin typeface="Arial"/>
                          <a:ea typeface="Arial"/>
                        </a:rPr>
                        <a:t>2</a:t>
                      </a:r>
                      <a:endParaRPr b="0" lang="en-US" sz="18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noFill/>
                  </a:tcPr>
                </a:tc>
                <a:tc>
                  <a:txBody>
                    <a:bodyPr anchor="t">
                      <a:noAutofit/>
                    </a:bodyPr>
                    <a:p>
                      <a:r>
                        <a:rPr b="0" lang="en-US" sz="1100" spc="-1" strike="noStrike">
                          <a:solidFill>
                            <a:srgbClr val="000000"/>
                          </a:solidFill>
                          <a:latin typeface="Arial"/>
                        </a:rPr>
                        <a:t>Real-Time IoT and AI-Based Air Quality Monitoring in Industrial Environments</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noFill/>
                  </a:tcPr>
                </a:tc>
                <a:tc>
                  <a:txBody>
                    <a:bodyPr anchor="t">
                      <a:noAutofit/>
                    </a:bodyPr>
                    <a:p>
                      <a:r>
                        <a:rPr b="0" lang="en-US" sz="1100" spc="-1" strike="noStrike">
                          <a:solidFill>
                            <a:srgbClr val="000000"/>
                          </a:solidFill>
                          <a:latin typeface="Arial"/>
                        </a:rPr>
                        <a:t>2023</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noFill/>
                  </a:tcPr>
                </a:tc>
                <a:tc>
                  <a:txBody>
                    <a:bodyPr anchor="t">
                      <a:noAutofit/>
                    </a:bodyPr>
                    <a:p>
                      <a:r>
                        <a:rPr b="0" lang="en-US" sz="1100" spc="-1" strike="noStrike">
                          <a:solidFill>
                            <a:srgbClr val="000000"/>
                          </a:solidFill>
                          <a:latin typeface="Arial"/>
                        </a:rPr>
                        <a:t>Integrated IoT sensors with machine learning models to analyze pollution patterns and detect hazardous conditions. Data stored and processed on cloud servers.</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noFill/>
                  </a:tcPr>
                </a:tc>
                <a:tc>
                  <a:txBody>
                    <a:bodyPr anchor="t">
                      <a:noAutofit/>
                    </a:bodyPr>
                    <a:p>
                      <a:pPr marL="216000" indent="-216000">
                        <a:lnSpc>
                          <a:spcPct val="100000"/>
                        </a:lnSpc>
                        <a:spcBef>
                          <a:spcPts val="283"/>
                        </a:spcBef>
                        <a:spcAft>
                          <a:spcPts val="283"/>
                        </a:spcAft>
                        <a:buClr>
                          <a:srgbClr val="000000"/>
                        </a:buClr>
                        <a:buSzPct val="45000"/>
                        <a:buFont typeface="Wingdings" charset="2"/>
                        <a:buChar char=""/>
                      </a:pPr>
                      <a:r>
                        <a:rPr b="0" lang="en-US" sz="1100" spc="-1" strike="noStrike">
                          <a:solidFill>
                            <a:srgbClr val="000000"/>
                          </a:solidFill>
                          <a:latin typeface="Arial"/>
                        </a:rPr>
                        <a:t>AI-based analysis</a:t>
                      </a:r>
                      <a:endParaRPr b="0" lang="en-US" sz="1100" spc="-1" strike="noStrike">
                        <a:solidFill>
                          <a:srgbClr val="000000"/>
                        </a:solidFill>
                        <a:latin typeface="Arial"/>
                        <a:ea typeface="Noto Sans CJK SC"/>
                      </a:endParaRPr>
                    </a:p>
                    <a:p>
                      <a:pPr marL="216000" indent="-216000">
                        <a:lnSpc>
                          <a:spcPct val="100000"/>
                        </a:lnSpc>
                        <a:spcBef>
                          <a:spcPts val="283"/>
                        </a:spcBef>
                        <a:spcAft>
                          <a:spcPts val="283"/>
                        </a:spcAft>
                        <a:buClr>
                          <a:srgbClr val="000000"/>
                        </a:buClr>
                        <a:buSzPct val="45000"/>
                        <a:buFont typeface="Wingdings" charset="2"/>
                        <a:buChar char=""/>
                      </a:pPr>
                      <a:r>
                        <a:rPr b="0" lang="en-US" sz="1100" spc="-1" strike="noStrike">
                          <a:solidFill>
                            <a:srgbClr val="000000"/>
                          </a:solidFill>
                          <a:latin typeface="Arial"/>
                        </a:rPr>
                        <a:t>Improved prediction accuracy</a:t>
                      </a:r>
                      <a:endParaRPr b="0" lang="en-US" sz="1100" spc="-1" strike="noStrike">
                        <a:solidFill>
                          <a:srgbClr val="000000"/>
                        </a:solidFill>
                        <a:latin typeface="Arial"/>
                        <a:ea typeface="Noto Sans CJK SC"/>
                      </a:endParaRPr>
                    </a:p>
                    <a:p>
                      <a:pPr marL="216000" indent="-216000">
                        <a:lnSpc>
                          <a:spcPct val="100000"/>
                        </a:lnSpc>
                        <a:spcBef>
                          <a:spcPts val="283"/>
                        </a:spcBef>
                        <a:spcAft>
                          <a:spcPts val="283"/>
                        </a:spcAft>
                        <a:buClr>
                          <a:srgbClr val="000000"/>
                        </a:buClr>
                        <a:buSzPct val="45000"/>
                        <a:buFont typeface="Wingdings" charset="2"/>
                        <a:buChar char=""/>
                      </a:pPr>
                      <a:r>
                        <a:rPr b="0" lang="en-US" sz="1100" spc="-1" strike="noStrike">
                          <a:solidFill>
                            <a:srgbClr val="000000"/>
                          </a:solidFill>
                          <a:latin typeface="Arial"/>
                        </a:rPr>
                        <a:t>Remote monitoring capability</a:t>
                      </a:r>
                      <a:endParaRPr b="0" lang="en-US" sz="1100" spc="-1" strike="noStrike">
                        <a:solidFill>
                          <a:srgbClr val="000000"/>
                        </a:solidFill>
                        <a:latin typeface="Arial"/>
                        <a:ea typeface="Noto Sans CJK SC"/>
                      </a:endParaRPr>
                    </a:p>
                    <a:p>
                      <a:pPr marL="216000" indent="-216000">
                        <a:lnSpc>
                          <a:spcPct val="100000"/>
                        </a:lnSpc>
                        <a:spcBef>
                          <a:spcPts val="283"/>
                        </a:spcBef>
                        <a:spcAft>
                          <a:spcPts val="283"/>
                        </a:spcAft>
                        <a:buClr>
                          <a:srgbClr val="000000"/>
                        </a:buClr>
                        <a:buSzPct val="45000"/>
                        <a:buFont typeface="Wingdings" charset="2"/>
                        <a:buChar char=""/>
                      </a:pPr>
                      <a:endParaRPr b="0" lang="en-US" sz="1100" spc="-1" strike="noStrike">
                        <a:solidFill>
                          <a:srgbClr val="000000"/>
                        </a:solidFill>
                        <a:latin typeface="Arial"/>
                        <a:ea typeface="Noto Sans CJK SC"/>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noFill/>
                  </a:tcPr>
                </a:tc>
                <a:tc>
                  <a:txBody>
                    <a:bodyPr anchor="t">
                      <a:noAutofit/>
                    </a:bodyPr>
                    <a:p>
                      <a:endParaRPr b="0" lang="en-US" sz="18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noFill/>
                  </a:tcPr>
                </a:tc>
              </a:tr>
              <a:tr h="1315440">
                <a:tc>
                  <a:txBody>
                    <a:bodyPr anchor="t">
                      <a:noAutofit/>
                    </a:bodyPr>
                    <a:p>
                      <a:pPr>
                        <a:lnSpc>
                          <a:spcPct val="100000"/>
                        </a:lnSpc>
                        <a:tabLst>
                          <a:tab algn="l" pos="0"/>
                        </a:tabLst>
                      </a:pPr>
                      <a:r>
                        <a:rPr b="0" lang="en-US" sz="1800" spc="-1" strike="noStrike">
                          <a:solidFill>
                            <a:schemeClr val="dk1"/>
                          </a:solidFill>
                          <a:latin typeface="Arial"/>
                          <a:ea typeface="Arial"/>
                        </a:rPr>
                        <a:t>  </a:t>
                      </a:r>
                      <a:r>
                        <a:rPr b="0" lang="en-US" sz="1800" spc="-1" strike="noStrike">
                          <a:solidFill>
                            <a:schemeClr val="dk1"/>
                          </a:solidFill>
                          <a:latin typeface="Arial"/>
                          <a:ea typeface="Arial"/>
                        </a:rPr>
                        <a:t>3</a:t>
                      </a:r>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r>
                        <a:rPr b="0" lang="en-US" sz="1100" spc="-1" strike="noStrike">
                          <a:solidFill>
                            <a:srgbClr val="000000"/>
                          </a:solidFill>
                          <a:latin typeface="Arial"/>
                        </a:rPr>
                        <a:t>Vision-Based Fire and Smoke Detection Using Deep Learninga</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endParaRPr b="0" lang="en-US" sz="18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r>
                        <a:rPr b="0" lang="en-US" sz="1100" spc="-1" strike="noStrike">
                          <a:solidFill>
                            <a:srgbClr val="000000"/>
                          </a:solidFill>
                          <a:latin typeface="Arial"/>
                        </a:rPr>
                        <a:t>Used Convolutional Neural Networks (CNN) to process real-time camera images for early fire and smoke detection.</a:t>
                      </a:r>
                      <a:endParaRPr b="0" lang="en-US" sz="1100" spc="-1" strike="noStrike">
                        <a:solidFill>
                          <a:srgbClr val="000000"/>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c>
                  <a:txBody>
                    <a:bodyPr anchor="t">
                      <a:noAutofit/>
                    </a:bodyPr>
                    <a:p>
                      <a:endParaRPr b="0" lang="en-US" sz="1800" spc="-1" strike="noStrike">
                        <a:solidFill>
                          <a:srgbClr val="ffffff"/>
                        </a:solidFill>
                        <a:latin typeface="Arial"/>
                      </a:endParaRPr>
                    </a:p>
                  </a:txBody>
                  <a:tcPr anchor="t" marL="91440" marR="91440">
                    <a:lnL w="9360">
                      <a:solidFill>
                        <a:srgbClr val="8064a2"/>
                      </a:solidFill>
                      <a:prstDash val="solid"/>
                    </a:lnL>
                    <a:lnR w="9360">
                      <a:solidFill>
                        <a:srgbClr val="8064a2"/>
                      </a:solidFill>
                      <a:prstDash val="solid"/>
                    </a:lnR>
                    <a:lnT w="9360">
                      <a:solidFill>
                        <a:srgbClr val="8064a2"/>
                      </a:solidFill>
                      <a:prstDash val="solid"/>
                    </a:lnT>
                    <a:lnB w="9360">
                      <a:solidFill>
                        <a:srgbClr val="8064a2"/>
                      </a:solidFill>
                      <a:prstDash val="solid"/>
                    </a:lnB>
                    <a:solidFill>
                      <a:schemeClr val="accent4">
                        <a:alpha val="40000"/>
                      </a:scheme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title"/>
          </p:nvPr>
        </p:nvSpPr>
        <p:spPr>
          <a:xfrm>
            <a:off x="1509480" y="457200"/>
            <a:ext cx="6719400" cy="685080"/>
          </a:xfrm>
          <a:prstGeom prst="rect">
            <a:avLst/>
          </a:prstGeom>
          <a:noFill/>
          <a:ln w="0">
            <a:noFill/>
          </a:ln>
        </p:spPr>
        <p:txBody>
          <a:bodyPr lIns="91440" rIns="91440" tIns="45720" bIns="45720" anchor="b">
            <a:normAutofit fontScale="93333"/>
          </a:bodyPr>
          <a:p>
            <a:pPr indent="0">
              <a:lnSpc>
                <a:spcPct val="100000"/>
              </a:lnSpc>
              <a:buNone/>
              <a:tabLst>
                <a:tab algn="l" pos="0"/>
              </a:tabLst>
            </a:pPr>
            <a:r>
              <a:rPr b="1" i="1" lang="en-US" sz="4300" spc="-1" strike="noStrike">
                <a:solidFill>
                  <a:srgbClr val="562214"/>
                </a:solidFill>
                <a:latin typeface="Gill Sans"/>
                <a:ea typeface="Gill Sans"/>
              </a:rPr>
              <a:t>    </a:t>
            </a:r>
            <a:r>
              <a:rPr b="1" i="1" lang="en-US" sz="4300" spc="-1" strike="noStrike">
                <a:solidFill>
                  <a:srgbClr val="562214"/>
                </a:solidFill>
                <a:latin typeface="Gill Sans"/>
                <a:ea typeface="Gill Sans"/>
              </a:rPr>
              <a:t>PROBLEM STATEMENT</a:t>
            </a:r>
            <a:r>
              <a:rPr b="0" lang="en-US" sz="4300" spc="-1" strike="noStrike">
                <a:solidFill>
                  <a:srgbClr val="562214"/>
                </a:solidFill>
                <a:latin typeface="Gill Sans"/>
                <a:ea typeface="Gill Sans"/>
              </a:rPr>
              <a:t> </a:t>
            </a:r>
            <a:endParaRPr b="0" lang="en-US" sz="4300" spc="-1" strike="noStrike">
              <a:solidFill>
                <a:srgbClr val="000000"/>
              </a:solidFill>
              <a:latin typeface="Arial"/>
            </a:endParaRPr>
          </a:p>
        </p:txBody>
      </p:sp>
      <p:sp>
        <p:nvSpPr>
          <p:cNvPr id="521" name="PlaceHolder 2"/>
          <p:cNvSpPr>
            <a:spLocks noGrp="1"/>
          </p:cNvSpPr>
          <p:nvPr>
            <p:ph type="subTitle"/>
          </p:nvPr>
        </p:nvSpPr>
        <p:spPr>
          <a:xfrm>
            <a:off x="1432440" y="1828800"/>
            <a:ext cx="7405200" cy="4342320"/>
          </a:xfrm>
          <a:prstGeom prst="rect">
            <a:avLst/>
          </a:prstGeom>
          <a:noFill/>
          <a:ln w="0">
            <a:noFill/>
          </a:ln>
        </p:spPr>
        <p:txBody>
          <a:bodyPr lIns="91440" rIns="91440" tIns="0" bIns="45720" anchor="t">
            <a:noAutofit/>
          </a:bodyPr>
          <a:p>
            <a:pPr marL="457200" indent="-355680">
              <a:lnSpc>
                <a:spcPct val="90000"/>
              </a:lnSpc>
              <a:spcBef>
                <a:spcPts val="1191"/>
              </a:spcBef>
              <a:spcAft>
                <a:spcPts val="992"/>
              </a:spcAft>
              <a:buClr>
                <a:srgbClr val="000000"/>
              </a:buClr>
              <a:buFont typeface="Arial"/>
              <a:buChar char="●"/>
            </a:pPr>
            <a:r>
              <a:rPr b="0" lang="en-US" sz="2000" spc="-1" strike="noStrike">
                <a:solidFill>
                  <a:schemeClr val="dk1"/>
                </a:solidFill>
                <a:latin typeface="Arial"/>
                <a:ea typeface="Arial"/>
              </a:rPr>
              <a:t>Small-scale industries in remote and semi-urban areas lack fast safety monitoring and emergency support.</a:t>
            </a:r>
            <a:endParaRPr b="0" lang="en-US" sz="2000" spc="-1" strike="noStrike">
              <a:solidFill>
                <a:srgbClr val="000000"/>
              </a:solidFill>
              <a:latin typeface="Arial"/>
            </a:endParaRPr>
          </a:p>
          <a:p>
            <a:pPr marL="457200" indent="-355680">
              <a:lnSpc>
                <a:spcPct val="90000"/>
              </a:lnSpc>
              <a:spcBef>
                <a:spcPts val="1191"/>
              </a:spcBef>
              <a:spcAft>
                <a:spcPts val="992"/>
              </a:spcAft>
              <a:buClr>
                <a:srgbClr val="000000"/>
              </a:buClr>
              <a:buFont typeface="Arial"/>
              <a:buChar char="●"/>
            </a:pPr>
            <a:r>
              <a:rPr b="0" lang="en-US" sz="2000" spc="-1" strike="noStrike">
                <a:solidFill>
                  <a:schemeClr val="dk1"/>
                </a:solidFill>
                <a:latin typeface="Arial"/>
                <a:ea typeface="Arial"/>
              </a:rPr>
              <a:t>Traditional fire and pollution detection systems are expensive and slow to respond.</a:t>
            </a:r>
            <a:endParaRPr b="0" lang="en-US" sz="2000" spc="-1" strike="noStrike">
              <a:solidFill>
                <a:srgbClr val="000000"/>
              </a:solidFill>
              <a:latin typeface="Arial"/>
            </a:endParaRPr>
          </a:p>
          <a:p>
            <a:pPr marL="457200" indent="-355680">
              <a:lnSpc>
                <a:spcPct val="90000"/>
              </a:lnSpc>
              <a:spcBef>
                <a:spcPts val="1191"/>
              </a:spcBef>
              <a:spcAft>
                <a:spcPts val="992"/>
              </a:spcAft>
              <a:buClr>
                <a:srgbClr val="000000"/>
              </a:buClr>
              <a:buFont typeface="Arial"/>
              <a:buChar char="●"/>
            </a:pPr>
            <a:r>
              <a:rPr b="0" lang="en-US" sz="2000" spc="-1" strike="noStrike">
                <a:solidFill>
                  <a:schemeClr val="dk1"/>
                </a:solidFill>
                <a:latin typeface="Arial"/>
                <a:ea typeface="Arial"/>
              </a:rPr>
              <a:t>Existing systems do not provide automatic alert notifications to authorities.</a:t>
            </a:r>
            <a:endParaRPr b="0" lang="en-US" sz="2000" spc="-1" strike="noStrike">
              <a:solidFill>
                <a:srgbClr val="000000"/>
              </a:solidFill>
              <a:latin typeface="Arial"/>
            </a:endParaRPr>
          </a:p>
          <a:p>
            <a:pPr marL="457200" indent="-355680">
              <a:lnSpc>
                <a:spcPct val="90000"/>
              </a:lnSpc>
              <a:spcBef>
                <a:spcPts val="1191"/>
              </a:spcBef>
              <a:spcAft>
                <a:spcPts val="992"/>
              </a:spcAft>
              <a:buClr>
                <a:srgbClr val="000000"/>
              </a:buClr>
              <a:buFont typeface="Arial"/>
              <a:buChar char="●"/>
            </a:pPr>
            <a:r>
              <a:rPr b="0" lang="en-US" sz="2000" spc="-1" strike="noStrike">
                <a:solidFill>
                  <a:schemeClr val="dk1"/>
                </a:solidFill>
                <a:latin typeface="Arial"/>
                <a:ea typeface="Arial"/>
              </a:rPr>
              <a:t>Communication delays occur between industries, government officials, hospitals, and emergency services.</a:t>
            </a:r>
            <a:endParaRPr b="0" lang="en-US" sz="2000" spc="-1" strike="noStrike">
              <a:solidFill>
                <a:srgbClr val="000000"/>
              </a:solidFill>
              <a:latin typeface="Arial"/>
            </a:endParaRPr>
          </a:p>
          <a:p>
            <a:pPr marL="457200" indent="-355680">
              <a:lnSpc>
                <a:spcPct val="90000"/>
              </a:lnSpc>
              <a:spcBef>
                <a:spcPts val="1191"/>
              </a:spcBef>
              <a:spcAft>
                <a:spcPts val="992"/>
              </a:spcAft>
              <a:buClr>
                <a:srgbClr val="000000"/>
              </a:buClr>
              <a:buFont typeface="Arial"/>
              <a:buChar char="●"/>
            </a:pPr>
            <a:r>
              <a:rPr b="0" lang="en-US" sz="2000" spc="-1" strike="noStrike">
                <a:solidFill>
                  <a:schemeClr val="dk1"/>
                </a:solidFill>
                <a:latin typeface="Arial"/>
                <a:ea typeface="Arial"/>
              </a:rPr>
              <a:t>Late detection and response lead to environmental damage, financial loss, and human casualties.</a:t>
            </a:r>
            <a:endParaRPr b="0" lang="en-US" sz="2000" spc="-1" strike="noStrike">
              <a:solidFill>
                <a:srgbClr val="000000"/>
              </a:solidFill>
              <a:latin typeface="Arial"/>
            </a:endParaRPr>
          </a:p>
          <a:p>
            <a:pPr marL="457200" indent="0">
              <a:lnSpc>
                <a:spcPct val="90000"/>
              </a:lnSpc>
              <a:spcBef>
                <a:spcPts val="1191"/>
              </a:spcBef>
              <a:spcAft>
                <a:spcPts val="992"/>
              </a:spcAft>
              <a:buNone/>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title"/>
          </p:nvPr>
        </p:nvSpPr>
        <p:spPr>
          <a:xfrm>
            <a:off x="735480" y="216000"/>
            <a:ext cx="8519040" cy="926280"/>
          </a:xfrm>
          <a:prstGeom prst="rect">
            <a:avLst/>
          </a:prstGeom>
          <a:noFill/>
          <a:ln w="0">
            <a:noFill/>
          </a:ln>
        </p:spPr>
        <p:txBody>
          <a:bodyPr lIns="91440" rIns="91440" tIns="91440" bIns="91440" anchor="b">
            <a:normAutofit/>
          </a:bodyPr>
          <a:p>
            <a:pPr indent="0" algn="ctr">
              <a:lnSpc>
                <a:spcPct val="100000"/>
              </a:lnSpc>
              <a:buNone/>
              <a:tabLst>
                <a:tab algn="l" pos="0"/>
              </a:tabLst>
            </a:pPr>
            <a:r>
              <a:rPr b="1" i="1" lang="en-US" sz="4300" spc="-1" strike="noStrike">
                <a:solidFill>
                  <a:srgbClr val="562214"/>
                </a:solidFill>
                <a:latin typeface="Gill Sans"/>
                <a:ea typeface="Gill Sans"/>
              </a:rPr>
              <a:t>PROPOSED WORK</a:t>
            </a:r>
            <a:endParaRPr b="0" lang="en-US" sz="4300" spc="-1" strike="noStrike">
              <a:solidFill>
                <a:srgbClr val="000000"/>
              </a:solidFill>
              <a:latin typeface="Arial"/>
            </a:endParaRPr>
          </a:p>
        </p:txBody>
      </p:sp>
      <p:sp>
        <p:nvSpPr>
          <p:cNvPr id="523" name="PlaceHolder 2"/>
          <p:cNvSpPr>
            <a:spLocks noGrp="1"/>
          </p:cNvSpPr>
          <p:nvPr>
            <p:ph type="subTitle"/>
          </p:nvPr>
        </p:nvSpPr>
        <p:spPr>
          <a:xfrm>
            <a:off x="1143000" y="1600200"/>
            <a:ext cx="7771680" cy="3885480"/>
          </a:xfrm>
          <a:prstGeom prst="rect">
            <a:avLst/>
          </a:prstGeom>
          <a:noFill/>
          <a:ln w="0">
            <a:noFill/>
          </a:ln>
        </p:spPr>
        <p:txBody>
          <a:bodyPr lIns="91440" rIns="91440" tIns="0" bIns="45720" anchor="t">
            <a:normAutofit/>
          </a:bodyPr>
          <a:p>
            <a:pPr marL="216000" indent="-216000">
              <a:lnSpc>
                <a:spcPct val="100000"/>
              </a:lnSpc>
              <a:buClr>
                <a:srgbClr val="000000"/>
              </a:buClr>
              <a:buSzPct val="45000"/>
              <a:buFont typeface="Wingdings" charset="2"/>
              <a:buChar char=""/>
            </a:pPr>
            <a:r>
              <a:rPr b="0" lang="en-US" sz="1800" spc="-1" strike="noStrike">
                <a:solidFill>
                  <a:srgbClr val="000000"/>
                </a:solidFill>
                <a:latin typeface="Arial"/>
              </a:rPr>
              <a:t>This work proposes a low-cost, intelligent industrial safety and emergency response system designed for small-scale industries located in remote and semi-urban regions. The system integrates IoT-based environmental sensors for real-time pollution and gas monitoring with an AI-based vision module for early fire detection. A custom Flask-based web dashboard is developed to provide continuous monitoring, data visualization, and alert management. </a:t>
            </a:r>
            <a:endParaRPr b="0" lang="en-US" sz="1800" spc="-1" strike="noStrike">
              <a:solidFill>
                <a:srgbClr val="000000"/>
              </a:solidFill>
              <a:latin typeface="Arial"/>
            </a:endParaRPr>
          </a:p>
          <a:p>
            <a:pPr marL="216000" indent="0">
              <a:lnSpc>
                <a:spcPct val="100000"/>
              </a:lnSpc>
              <a:buNone/>
              <a:tabLst>
                <a:tab algn="l" pos="0"/>
              </a:tabLst>
            </a:pP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tabLst>
                <a:tab algn="l" pos="0"/>
              </a:tabLst>
            </a:pPr>
            <a:r>
              <a:rPr b="0" lang="en-US" sz="1800" spc="-1" strike="noStrike">
                <a:solidFill>
                  <a:srgbClr val="000000"/>
                </a:solidFill>
                <a:latin typeface="Arial"/>
              </a:rPr>
              <a:t>Upon detecting hazardous conditions such as fire, toxic gas leakage, or abnormal pollution levels, the system automatically triggers location-based emergency notifications to government officials, nearby hospitals, and ambulance services. The primary objective is to reduce detection and response time, thereby minimizing human casualties, environmental damage, and economic loss in remote industrial settings.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title"/>
          </p:nvPr>
        </p:nvSpPr>
        <p:spPr>
          <a:xfrm>
            <a:off x="1143000" y="274680"/>
            <a:ext cx="7789320" cy="1141560"/>
          </a:xfrm>
          <a:prstGeom prst="rect">
            <a:avLst/>
          </a:prstGeom>
          <a:noFill/>
          <a:ln w="0">
            <a:noFill/>
          </a:ln>
        </p:spPr>
        <p:txBody>
          <a:bodyPr lIns="91440" rIns="91440" tIns="45720" bIns="45720" anchor="ctr">
            <a:normAutofit/>
          </a:bodyPr>
          <a:p>
            <a:pPr indent="0">
              <a:lnSpc>
                <a:spcPct val="100000"/>
              </a:lnSpc>
              <a:buNone/>
              <a:tabLst>
                <a:tab algn="l" pos="0"/>
              </a:tabLst>
            </a:pPr>
            <a:r>
              <a:rPr b="0" lang="en-US" sz="3900" spc="-1" strike="noStrike">
                <a:solidFill>
                  <a:srgbClr val="562214"/>
                </a:solidFill>
                <a:latin typeface="Gill Sans"/>
                <a:ea typeface="Gill Sans"/>
              </a:rPr>
              <a:t>  </a:t>
            </a:r>
            <a:r>
              <a:rPr b="1" i="1" lang="en-US" sz="3900" spc="-1" strike="noStrike">
                <a:solidFill>
                  <a:srgbClr val="562214"/>
                </a:solidFill>
                <a:latin typeface="Gill Sans"/>
                <a:ea typeface="Gill Sans"/>
              </a:rPr>
              <a:t>HARDWARE IMPLEMENTATION</a:t>
            </a:r>
            <a:endParaRPr b="0" lang="en-US" sz="3900" spc="-1" strike="noStrike">
              <a:solidFill>
                <a:srgbClr val="000000"/>
              </a:solidFill>
              <a:latin typeface="Arial"/>
            </a:endParaRPr>
          </a:p>
        </p:txBody>
      </p:sp>
      <p:sp>
        <p:nvSpPr>
          <p:cNvPr id="525" name="Google Shape;406;p56"/>
          <p:cNvSpPr/>
          <p:nvPr/>
        </p:nvSpPr>
        <p:spPr>
          <a:xfrm>
            <a:off x="1486800" y="1368720"/>
            <a:ext cx="7294320" cy="508464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1001"/>
              </a:spcBef>
              <a:tabLst>
                <a:tab algn="l" pos="0"/>
              </a:tabLst>
            </a:pPr>
            <a:r>
              <a:rPr b="0" lang="en-US" sz="2000" spc="-1" strike="noStrike">
                <a:solidFill>
                  <a:schemeClr val="dk1"/>
                </a:solidFill>
                <a:latin typeface="Arial"/>
                <a:ea typeface="Arial"/>
              </a:rPr>
              <a:t>    </a:t>
            </a:r>
            <a:endParaRPr b="0" lang="en-US" sz="2000" spc="-1" strike="noStrike">
              <a:solidFill>
                <a:srgbClr val="000000"/>
              </a:solidFill>
              <a:latin typeface="Arial"/>
            </a:endParaRPr>
          </a:p>
          <a:p>
            <a:pPr>
              <a:lnSpc>
                <a:spcPct val="115000"/>
              </a:lnSpc>
              <a:spcBef>
                <a:spcPts val="1001"/>
              </a:spcBef>
              <a:spcAft>
                <a:spcPts val="1001"/>
              </a:spcAft>
              <a:tabLst>
                <a:tab algn="l" pos="0"/>
              </a:tabLst>
            </a:pPr>
            <a:r>
              <a:rPr b="0" lang="en-US" sz="1200" spc="-1" strike="noStrike">
                <a:solidFill>
                  <a:srgbClr val="c3c6d6"/>
                </a:solidFill>
                <a:highlight>
                  <a:srgbClr val="101218"/>
                </a:highlight>
                <a:latin typeface="Arial"/>
                <a:ea typeface="Arial"/>
              </a:rPr>
              <a:t> </a:t>
            </a:r>
            <a:endParaRPr b="0" lang="en-US" sz="1200" spc="-1" strike="noStrike">
              <a:solidFill>
                <a:srgbClr val="000000"/>
              </a:solidFill>
              <a:latin typeface="Arial"/>
            </a:endParaRPr>
          </a:p>
        </p:txBody>
      </p:sp>
      <p:pic>
        <p:nvPicPr>
          <p:cNvPr id="526" name="" descr=""/>
          <p:cNvPicPr/>
          <p:nvPr/>
        </p:nvPicPr>
        <p:blipFill>
          <a:blip r:embed="rId1"/>
          <a:stretch/>
        </p:blipFill>
        <p:spPr>
          <a:xfrm>
            <a:off x="1149840" y="1516320"/>
            <a:ext cx="7765560" cy="43405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1371600" y="274680"/>
            <a:ext cx="7560720" cy="1141560"/>
          </a:xfrm>
          <a:prstGeom prst="rect">
            <a:avLst/>
          </a:prstGeom>
          <a:noFill/>
          <a:ln w="0">
            <a:noFill/>
          </a:ln>
        </p:spPr>
        <p:txBody>
          <a:bodyPr lIns="91440" rIns="91440" tIns="45720" bIns="45720" anchor="ctr">
            <a:normAutofit/>
          </a:bodyPr>
          <a:p>
            <a:pPr indent="0">
              <a:lnSpc>
                <a:spcPct val="100000"/>
              </a:lnSpc>
              <a:buNone/>
              <a:tabLst>
                <a:tab algn="l" pos="0"/>
              </a:tabLst>
            </a:pPr>
            <a:r>
              <a:rPr b="0" lang="en-US" sz="3900" spc="-1" strike="noStrike">
                <a:solidFill>
                  <a:srgbClr val="562214"/>
                </a:solidFill>
                <a:latin typeface="Gill Sans"/>
                <a:ea typeface="Gill Sans"/>
              </a:rPr>
              <a:t> </a:t>
            </a:r>
            <a:r>
              <a:rPr b="0" lang="en-US" sz="3900" spc="-1" strike="noStrike">
                <a:solidFill>
                  <a:srgbClr val="562214"/>
                </a:solidFill>
                <a:latin typeface="Gill Sans"/>
                <a:ea typeface="Gill Sans"/>
              </a:rPr>
              <a:t>SOFTWARE IMPLEMENTATION</a:t>
            </a:r>
            <a:endParaRPr b="0" lang="en-US" sz="3900" spc="-1" strike="noStrike">
              <a:solidFill>
                <a:srgbClr val="000000"/>
              </a:solidFill>
              <a:latin typeface="Arial"/>
            </a:endParaRPr>
          </a:p>
        </p:txBody>
      </p:sp>
      <p:sp>
        <p:nvSpPr>
          <p:cNvPr id="528" name="PlaceHolder 2"/>
          <p:cNvSpPr>
            <a:spLocks noGrp="1"/>
          </p:cNvSpPr>
          <p:nvPr>
            <p:ph/>
          </p:nvPr>
        </p:nvSpPr>
        <p:spPr>
          <a:xfrm>
            <a:off x="1143000" y="1371600"/>
            <a:ext cx="7789320" cy="4571280"/>
          </a:xfrm>
          <a:prstGeom prst="rect">
            <a:avLst/>
          </a:prstGeom>
          <a:noFill/>
          <a:ln w="0">
            <a:noFill/>
          </a:ln>
        </p:spPr>
        <p:txBody>
          <a:bodyPr lIns="91440" rIns="91440" tIns="45720" bIns="45720" anchor="t">
            <a:normAutofit/>
          </a:bodyPr>
          <a:p>
            <a:pPr indent="0">
              <a:spcBef>
                <a:spcPts val="1417"/>
              </a:spcBef>
              <a:buNone/>
            </a:pPr>
            <a:endParaRPr b="0" lang="en-US" sz="1800" spc="-1" strike="noStrike">
              <a:solidFill>
                <a:srgbClr val="000000"/>
              </a:solidFill>
              <a:latin typeface="Arial"/>
            </a:endParaRPr>
          </a:p>
        </p:txBody>
      </p:sp>
      <p:pic>
        <p:nvPicPr>
          <p:cNvPr id="529" name="" descr=""/>
          <p:cNvPicPr/>
          <p:nvPr/>
        </p:nvPicPr>
        <p:blipFill>
          <a:blip r:embed="rId1"/>
          <a:stretch/>
        </p:blipFill>
        <p:spPr>
          <a:xfrm>
            <a:off x="0" y="1371600"/>
            <a:ext cx="9143640" cy="5142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pic>
        <p:nvPicPr>
          <p:cNvPr id="531" name="" descr=""/>
          <p:cNvPicPr/>
          <p:nvPr/>
        </p:nvPicPr>
        <p:blipFill>
          <a:blip r:embed="rId1"/>
          <a:stretch/>
        </p:blipFill>
        <p:spPr>
          <a:xfrm>
            <a:off x="1435680" y="1447920"/>
            <a:ext cx="7496640" cy="4799160"/>
          </a:xfrm>
          <a:prstGeom prst="rect">
            <a:avLst/>
          </a:prstGeom>
          <a:ln w="0">
            <a:noFill/>
          </a:ln>
        </p:spPr>
      </p:pic>
      <p:pic>
        <p:nvPicPr>
          <p:cNvPr id="532" name="" descr=""/>
          <p:cNvPicPr/>
          <p:nvPr/>
        </p:nvPicPr>
        <p:blipFill>
          <a:blip r:embed="rId2"/>
          <a:stretch/>
        </p:blipFill>
        <p:spPr>
          <a:xfrm>
            <a:off x="0" y="572040"/>
            <a:ext cx="9143640" cy="51429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pic>
        <p:nvPicPr>
          <p:cNvPr id="534" name="" descr=""/>
          <p:cNvPicPr/>
          <p:nvPr/>
        </p:nvPicPr>
        <p:blipFill>
          <a:blip r:embed="rId1"/>
          <a:stretch/>
        </p:blipFill>
        <p:spPr>
          <a:xfrm>
            <a:off x="1435680" y="1447920"/>
            <a:ext cx="7496640" cy="4799160"/>
          </a:xfrm>
          <a:prstGeom prst="rect">
            <a:avLst/>
          </a:prstGeom>
          <a:ln w="0">
            <a:noFill/>
          </a:ln>
        </p:spPr>
      </p:pic>
      <p:pic>
        <p:nvPicPr>
          <p:cNvPr id="535" name="" descr=""/>
          <p:cNvPicPr/>
          <p:nvPr/>
        </p:nvPicPr>
        <p:blipFill>
          <a:blip r:embed="rId2"/>
          <a:stretch/>
        </p:blipFill>
        <p:spPr>
          <a:xfrm>
            <a:off x="0" y="685800"/>
            <a:ext cx="9143640" cy="51429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title"/>
          </p:nvPr>
        </p:nvSpPr>
        <p:spPr>
          <a:xfrm>
            <a:off x="1435680" y="274680"/>
            <a:ext cx="7496640" cy="1141560"/>
          </a:xfrm>
          <a:prstGeom prst="rect">
            <a:avLst/>
          </a:prstGeom>
          <a:noFill/>
          <a:ln w="0">
            <a:noFill/>
          </a:ln>
        </p:spPr>
        <p:txBody>
          <a:bodyPr lIns="0" rIns="0" tIns="0" bIns="0" anchor="ctr">
            <a:noAutofit/>
          </a:bodyPr>
          <a:p>
            <a:pPr indent="0" algn="ctr">
              <a:lnSpc>
                <a:spcPct val="100000"/>
              </a:lnSpc>
              <a:buNone/>
              <a:tabLst>
                <a:tab algn="l" pos="0"/>
              </a:tabLst>
            </a:pPr>
            <a:r>
              <a:rPr b="0" lang="en-US" sz="3600" spc="-1" strike="noStrike">
                <a:solidFill>
                  <a:srgbClr val="000000"/>
                </a:solidFill>
                <a:latin typeface="Arial"/>
              </a:rPr>
              <a:t>Simulation/Equipments/Components</a:t>
            </a:r>
            <a:endParaRPr b="0" lang="en-US" sz="3600" spc="-1" strike="noStrike">
              <a:solidFill>
                <a:srgbClr val="000000"/>
              </a:solidFill>
              <a:latin typeface="Arial"/>
            </a:endParaRPr>
          </a:p>
        </p:txBody>
      </p:sp>
      <p:sp>
        <p:nvSpPr>
          <p:cNvPr id="537" name="PlaceHolder 2"/>
          <p:cNvSpPr>
            <a:spLocks noGrp="1"/>
          </p:cNvSpPr>
          <p:nvPr>
            <p:ph/>
          </p:nvPr>
        </p:nvSpPr>
        <p:spPr>
          <a:xfrm>
            <a:off x="1143000" y="1371600"/>
            <a:ext cx="7496640" cy="4799160"/>
          </a:xfrm>
          <a:prstGeom prst="rect">
            <a:avLst/>
          </a:prstGeom>
          <a:noFill/>
          <a:ln w="0">
            <a:noFill/>
          </a:ln>
        </p:spPr>
        <p:txBody>
          <a:bodyPr lIns="0" rIns="0" tIns="0" bIns="0" anchor="t">
            <a:normAutofit/>
          </a:bodyPr>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Arduino Microcontroller</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ESP8266 Microcontroller </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MQ135 Gas Sensor&amp; DHT11 Sensor</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Flame Sensor</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GPS Module</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GSM Module</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Arduino IDE</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800" spc="-1" strike="noStrike">
                <a:solidFill>
                  <a:srgbClr val="000000"/>
                </a:solidFill>
                <a:latin typeface="Arial"/>
              </a:rPr>
              <a:t>Relay Module</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Flask Web Framework(Custom Website)</a:t>
            </a:r>
            <a:endParaRPr b="0" lang="en-US" sz="1800" spc="-1" strike="noStrike">
              <a:solidFill>
                <a:srgbClr val="000000"/>
              </a:solidFill>
              <a:latin typeface="Arial"/>
            </a:endParaRPr>
          </a:p>
          <a:p>
            <a:pPr marL="432000" indent="-324000">
              <a:lnSpc>
                <a:spcPct val="100000"/>
              </a:lnSpc>
              <a:spcBef>
                <a:spcPts val="215"/>
              </a:spcBef>
              <a:spcAft>
                <a:spcPts val="1009"/>
              </a:spcAft>
              <a:buClr>
                <a:srgbClr val="000000"/>
              </a:buClr>
              <a:buSzPct val="45000"/>
              <a:buFont typeface="Wingdings" charset="2"/>
              <a:buChar char=""/>
            </a:pPr>
            <a:r>
              <a:rPr b="0" lang="en-US" sz="1800" spc="-1" strike="noStrike">
                <a:solidFill>
                  <a:srgbClr val="000000"/>
                </a:solidFill>
                <a:latin typeface="Arial"/>
              </a:rPr>
              <a:t>Power supply units</a:t>
            </a:r>
            <a:endParaRPr b="0" lang="en-US" sz="1800" spc="-1" strike="noStrike">
              <a:solidFill>
                <a:srgbClr val="000000"/>
              </a:solidFill>
              <a:latin typeface="Arial"/>
            </a:endParaRPr>
          </a:p>
          <a:p>
            <a:pPr marL="432000" indent="0">
              <a:lnSpc>
                <a:spcPct val="100000"/>
              </a:lnSpc>
              <a:spcBef>
                <a:spcPts val="215"/>
              </a:spcBef>
              <a:spcAft>
                <a:spcPts val="1009"/>
              </a:spcAft>
              <a:buNone/>
              <a:tabLst>
                <a:tab algn="l" pos="0"/>
              </a:tabLst>
            </a:pPr>
            <a:endParaRPr b="0" lang="en-US" sz="1800" spc="-1" strike="noStrike">
              <a:solidFill>
                <a:srgbClr val="000000"/>
              </a:solidFill>
              <a:latin typeface="Arial"/>
            </a:endParaRPr>
          </a:p>
          <a:p>
            <a:pPr marL="432000" indent="0">
              <a:lnSpc>
                <a:spcPct val="100000"/>
              </a:lnSpc>
              <a:spcBef>
                <a:spcPts val="215"/>
              </a:spcBef>
              <a:spcAft>
                <a:spcPts val="1009"/>
              </a:spcAft>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title"/>
          </p:nvPr>
        </p:nvSpPr>
        <p:spPr>
          <a:xfrm>
            <a:off x="1435680" y="118080"/>
            <a:ext cx="7496640" cy="114516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300" spc="-1" strike="noStrike">
                <a:solidFill>
                  <a:srgbClr val="562214"/>
                </a:solidFill>
                <a:latin typeface="Gill Sans"/>
                <a:ea typeface="Gill Sans"/>
              </a:rPr>
              <a:t>        </a:t>
            </a:r>
            <a:r>
              <a:rPr b="1" lang="en-US" sz="4300" spc="-1" strike="noStrike">
                <a:solidFill>
                  <a:srgbClr val="562214"/>
                </a:solidFill>
                <a:latin typeface="Gill Sans"/>
                <a:ea typeface="Gill Sans"/>
              </a:rPr>
              <a:t> </a:t>
            </a:r>
            <a:r>
              <a:rPr b="1" i="1" lang="en-US" sz="4300" spc="-1" strike="noStrike">
                <a:solidFill>
                  <a:srgbClr val="562214"/>
                </a:solidFill>
                <a:latin typeface="Gill Sans"/>
                <a:ea typeface="Gill Sans"/>
              </a:rPr>
              <a:t>FLOW DIAGRAM</a:t>
            </a:r>
            <a:endParaRPr b="0" lang="en-US" sz="4300" spc="-1" strike="noStrike">
              <a:solidFill>
                <a:srgbClr val="000000"/>
              </a:solidFill>
              <a:latin typeface="Arial"/>
            </a:endParaRPr>
          </a:p>
        </p:txBody>
      </p:sp>
      <p:sp>
        <p:nvSpPr>
          <p:cNvPr id="539" name="PlaceHolder 2"/>
          <p:cNvSpPr>
            <a:spLocks noGrp="1"/>
          </p:cNvSpPr>
          <p:nvPr>
            <p:ph/>
          </p:nvPr>
        </p:nvSpPr>
        <p:spPr>
          <a:xfrm>
            <a:off x="1435680" y="1417680"/>
            <a:ext cx="7496640" cy="4799160"/>
          </a:xfrm>
          <a:prstGeom prst="rect">
            <a:avLst/>
          </a:prstGeom>
          <a:noFill/>
          <a:ln w="0">
            <a:noFill/>
          </a:ln>
        </p:spPr>
        <p:txBody>
          <a:bodyPr lIns="91440" rIns="91440" tIns="45720" bIns="45720" anchor="t">
            <a:normAutofit/>
          </a:bodyPr>
          <a:p>
            <a:pPr indent="0">
              <a:spcBef>
                <a:spcPts val="1417"/>
              </a:spcBef>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title"/>
          </p:nvPr>
        </p:nvSpPr>
        <p:spPr>
          <a:xfrm>
            <a:off x="1435680" y="274680"/>
            <a:ext cx="7496640" cy="114156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300" spc="-1" strike="noStrike">
                <a:solidFill>
                  <a:srgbClr val="562214"/>
                </a:solidFill>
                <a:latin typeface="Gill Sans"/>
                <a:ea typeface="Gill Sans"/>
              </a:rPr>
              <a:t>       </a:t>
            </a:r>
            <a:r>
              <a:rPr b="1" i="1" lang="en-US" sz="4300" spc="-1" strike="noStrike">
                <a:solidFill>
                  <a:srgbClr val="562214"/>
                </a:solidFill>
                <a:latin typeface="Gill Sans"/>
                <a:ea typeface="Gill Sans"/>
              </a:rPr>
              <a:t>BLOCK DIAGRAM</a:t>
            </a:r>
            <a:endParaRPr b="0" lang="en-US" sz="4300" spc="-1" strike="noStrike">
              <a:solidFill>
                <a:srgbClr val="000000"/>
              </a:solidFill>
              <a:latin typeface="Arial"/>
            </a:endParaRPr>
          </a:p>
        </p:txBody>
      </p:sp>
      <p:sp>
        <p:nvSpPr>
          <p:cNvPr id="541" name="PlaceHolder 2"/>
          <p:cNvSpPr>
            <a:spLocks noGrp="1"/>
          </p:cNvSpPr>
          <p:nvPr>
            <p:ph/>
          </p:nvPr>
        </p:nvSpPr>
        <p:spPr>
          <a:xfrm>
            <a:off x="1435680" y="1447920"/>
            <a:ext cx="7496640" cy="4799160"/>
          </a:xfrm>
          <a:prstGeom prst="rect">
            <a:avLst/>
          </a:prstGeom>
          <a:noFill/>
          <a:ln w="0">
            <a:noFill/>
          </a:ln>
        </p:spPr>
        <p:txBody>
          <a:bodyPr lIns="91440" rIns="91440" tIns="45720" bIns="45720" anchor="t">
            <a:normAutofit/>
          </a:bodyPr>
          <a:p>
            <a:pPr indent="0">
              <a:spcBef>
                <a:spcPts val="1417"/>
              </a:spcBef>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1435680" y="274680"/>
            <a:ext cx="7496640" cy="1141560"/>
          </a:xfrm>
          <a:prstGeom prst="rect">
            <a:avLst/>
          </a:prstGeom>
          <a:noFill/>
          <a:ln w="0">
            <a:noFill/>
          </a:ln>
        </p:spPr>
        <p:txBody>
          <a:bodyPr lIns="91440" rIns="91440" tIns="45720" bIns="45720" anchor="ctr">
            <a:normAutofit/>
          </a:bodyPr>
          <a:p>
            <a:pPr indent="0" algn="ctr">
              <a:lnSpc>
                <a:spcPct val="100000"/>
              </a:lnSpc>
              <a:buNone/>
              <a:tabLst>
                <a:tab algn="l" pos="0"/>
              </a:tabLst>
            </a:pPr>
            <a:r>
              <a:rPr b="1" i="1" lang="en-US" sz="4000" spc="-1" strike="noStrike">
                <a:solidFill>
                  <a:srgbClr val="562214"/>
                </a:solidFill>
                <a:latin typeface="Gill Sans"/>
                <a:ea typeface="Gill Sans"/>
              </a:rPr>
              <a:t>CONCLUSION</a:t>
            </a:r>
            <a:endParaRPr b="0" lang="en-US" sz="4000" spc="-1" strike="noStrike">
              <a:solidFill>
                <a:srgbClr val="000000"/>
              </a:solidFill>
              <a:latin typeface="Arial"/>
            </a:endParaRPr>
          </a:p>
        </p:txBody>
      </p:sp>
      <p:sp>
        <p:nvSpPr>
          <p:cNvPr id="543" name="PlaceHolder 2"/>
          <p:cNvSpPr>
            <a:spLocks noGrp="1"/>
          </p:cNvSpPr>
          <p:nvPr>
            <p:ph/>
          </p:nvPr>
        </p:nvSpPr>
        <p:spPr>
          <a:xfrm>
            <a:off x="1435680" y="1447920"/>
            <a:ext cx="7496640" cy="4799160"/>
          </a:xfrm>
          <a:prstGeom prst="rect">
            <a:avLst/>
          </a:prstGeom>
          <a:noFill/>
          <a:ln w="0">
            <a:noFill/>
          </a:ln>
        </p:spPr>
        <p:txBody>
          <a:bodyPr lIns="91440" rIns="91440" tIns="45720" bIns="45720" anchor="t">
            <a:normAutofit/>
          </a:bodyPr>
          <a:p>
            <a:pPr marL="457200" indent="-317520" algn="just">
              <a:lnSpc>
                <a:spcPct val="100000"/>
              </a:lnSpc>
              <a:buClr>
                <a:srgbClr val="4f271c"/>
              </a:buClr>
              <a:buFont typeface="Arial"/>
              <a:buChar char="●"/>
            </a:pPr>
            <a:r>
              <a:rPr b="0" lang="en-US" sz="2000" spc="-1" strike="noStrike">
                <a:solidFill>
                  <a:schemeClr val="dk1"/>
                </a:solidFill>
                <a:latin typeface="Times New Roman"/>
                <a:ea typeface="Arial"/>
              </a:rPr>
              <a:t>  </a:t>
            </a:r>
            <a:endParaRPr b="0" lang="en-US" sz="2000" spc="-1" strike="noStrike">
              <a:solidFill>
                <a:srgbClr val="000000"/>
              </a:solidFill>
              <a:latin typeface="Arial"/>
            </a:endParaRPr>
          </a:p>
          <a:p>
            <a:pPr indent="0" algn="just">
              <a:lnSpc>
                <a:spcPct val="100000"/>
              </a:lnSpc>
              <a:buNone/>
              <a:tabLst>
                <a:tab algn="l" pos="0"/>
              </a:tabLst>
            </a:pPr>
            <a:r>
              <a:rPr b="0" lang="en-US" sz="2000" spc="-1" strike="noStrike">
                <a:solidFill>
                  <a:schemeClr val="dk1"/>
                </a:solidFill>
                <a:latin typeface="Times New Roman"/>
                <a:ea typeface="Gill Sans"/>
              </a:rPr>
              <a:t>     </a:t>
            </a:r>
            <a:endParaRPr b="0" lang="en-US" sz="2000" spc="-1" strike="noStrike">
              <a:solidFill>
                <a:srgbClr val="000000"/>
              </a:solidFill>
              <a:latin typeface="Arial"/>
            </a:endParaRPr>
          </a:p>
          <a:p>
            <a:pPr marL="365760" indent="-120600" algn="just">
              <a:lnSpc>
                <a:spcPct val="100000"/>
              </a:lnSpc>
              <a:buNone/>
              <a:tabLst>
                <a:tab algn="l" pos="0"/>
              </a:tabLst>
            </a:pPr>
            <a:endParaRPr b="0" lang="en-US" sz="2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title"/>
          </p:nvPr>
        </p:nvSpPr>
        <p:spPr>
          <a:xfrm>
            <a:off x="1435680" y="274680"/>
            <a:ext cx="7492320" cy="862200"/>
          </a:xfrm>
          <a:prstGeom prst="rect">
            <a:avLst/>
          </a:prstGeom>
          <a:noFill/>
          <a:ln w="0">
            <a:noFill/>
          </a:ln>
        </p:spPr>
        <p:txBody>
          <a:bodyPr lIns="91440" rIns="91440" tIns="45720" bIns="45720" anchor="ctr">
            <a:normAutofit/>
          </a:bodyPr>
          <a:p>
            <a:pPr indent="0" algn="ctr">
              <a:lnSpc>
                <a:spcPct val="100000"/>
              </a:lnSpc>
              <a:buNone/>
              <a:tabLst>
                <a:tab algn="l" pos="0"/>
              </a:tabLst>
            </a:pPr>
            <a:r>
              <a:rPr b="1" i="1" lang="en-US" sz="4000" spc="-1" strike="noStrike">
                <a:solidFill>
                  <a:srgbClr val="562214"/>
                </a:solidFill>
                <a:latin typeface="Gill Sans"/>
                <a:ea typeface="Gill Sans"/>
              </a:rPr>
              <a:t>REFERENCES</a:t>
            </a:r>
            <a:endParaRPr b="0" lang="en-US" sz="4000" spc="-1" strike="noStrike">
              <a:solidFill>
                <a:srgbClr val="000000"/>
              </a:solidFill>
              <a:latin typeface="Arial"/>
            </a:endParaRPr>
          </a:p>
        </p:txBody>
      </p:sp>
      <p:sp>
        <p:nvSpPr>
          <p:cNvPr id="545" name="PlaceHolder 2"/>
          <p:cNvSpPr>
            <a:spLocks noGrp="1"/>
          </p:cNvSpPr>
          <p:nvPr>
            <p:ph/>
          </p:nvPr>
        </p:nvSpPr>
        <p:spPr>
          <a:xfrm>
            <a:off x="914400" y="1600200"/>
            <a:ext cx="7772400" cy="3687480"/>
          </a:xfrm>
          <a:prstGeom prst="rect">
            <a:avLst/>
          </a:prstGeom>
          <a:noFill/>
          <a:ln w="0">
            <a:noFill/>
          </a:ln>
        </p:spPr>
        <p:txBody>
          <a:bodyPr lIns="91440" rIns="91440" tIns="45720" bIns="45720" anchor="t">
            <a:noAutofit/>
          </a:bodyPr>
          <a:p>
            <a:pPr marL="432000" indent="-324000">
              <a:spcBef>
                <a:spcPts val="1191"/>
              </a:spcBef>
              <a:spcAft>
                <a:spcPts val="992"/>
              </a:spcAft>
              <a:buClr>
                <a:srgbClr val="000000"/>
              </a:buClr>
              <a:buSzPct val="45000"/>
              <a:buFont typeface="Wingdings" charset="2"/>
              <a:buChar char=""/>
            </a:pPr>
            <a:r>
              <a:rPr b="0" lang="en-US" sz="1400" spc="-1" strike="noStrike">
                <a:solidFill>
                  <a:srgbClr val="000000"/>
                </a:solidFill>
                <a:latin typeface="Arial"/>
              </a:rPr>
              <a:t>M. Singh et al., “Real-time IoT-powered AI system for monitoring and forecasting of air pollution in industrial environment,” Ecotoxicology and Environmental Safety, Vol. 283, 116856, pp. 1–14, 2024.</a:t>
            </a:r>
            <a:endParaRPr b="0" lang="en-US" sz="14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0" lang="en-US" sz="1400" spc="-1" strike="noStrike">
                <a:solidFill>
                  <a:srgbClr val="000000"/>
                </a:solidFill>
                <a:latin typeface="Arial"/>
              </a:rPr>
              <a:t>Chirag Reddy Valagulam et al., “Monitoring of Cloud-based Air Quality using NodeMCU,” IJRASET, 2023, pp. 1–10.</a:t>
            </a:r>
            <a:endParaRPr b="0" lang="en-US" sz="14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0" lang="en-US" sz="1400" spc="-1" strike="noStrike">
                <a:solidFill>
                  <a:srgbClr val="000000"/>
                </a:solidFill>
                <a:latin typeface="Arial"/>
              </a:rPr>
              <a:t>Laura García et al., “Smart Air Quality Monitoring IoT-Based Infrastructure for Industrial Environments,” Sensors, Vol. 22(23), 9221, pp. 1–20, 2022.</a:t>
            </a:r>
            <a:endParaRPr b="0" lang="en-US" sz="14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0" lang="en-US" sz="1400" spc="-1" strike="noStrike">
                <a:solidFill>
                  <a:srgbClr val="000000"/>
                </a:solidFill>
                <a:latin typeface="Arial"/>
              </a:rPr>
              <a:t>Keerthi J., Sneha, Pavithra R., &amp; Shashikala, “IoT Based Industrial Pollution Monitoring System,” IJPPC, Vol. 02, Issue 02, pp. 1–8, 2024.</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46" name="Google Shape;454;p64"/>
          <p:cNvGraphicFramePr/>
          <p:nvPr/>
        </p:nvGraphicFramePr>
        <p:xfrm>
          <a:off x="1082520" y="1362240"/>
          <a:ext cx="7891200" cy="5469120"/>
        </p:xfrm>
        <a:graphic>
          <a:graphicData uri="http://schemas.openxmlformats.org/drawingml/2006/table">
            <a:tbl>
              <a:tblPr/>
              <a:tblGrid>
                <a:gridCol w="3382920"/>
                <a:gridCol w="644040"/>
                <a:gridCol w="666720"/>
                <a:gridCol w="666360"/>
                <a:gridCol w="599400"/>
                <a:gridCol w="644040"/>
                <a:gridCol w="644040"/>
                <a:gridCol w="644040"/>
              </a:tblGrid>
              <a:tr h="844200">
                <a:tc>
                  <a:txBody>
                    <a:bodyPr lIns="68400" rIns="68400" anchor="ctr">
                      <a:noAutofit/>
                    </a:bodyPr>
                    <a:p>
                      <a:pPr algn="ctr">
                        <a:lnSpc>
                          <a:spcPct val="115000"/>
                        </a:lnSpc>
                        <a:tabLst>
                          <a:tab algn="l" pos="0"/>
                        </a:tabLst>
                      </a:pPr>
                      <a:r>
                        <a:rPr b="1" lang="en-US" sz="2000" spc="-1" strike="noStrike">
                          <a:solidFill>
                            <a:srgbClr val="000000"/>
                          </a:solidFill>
                          <a:latin typeface="Arial"/>
                          <a:ea typeface="Arial"/>
                        </a:rPr>
                        <a:t>Activity/Time Period</a:t>
                      </a:r>
                      <a:endParaRPr b="0" lang="en-US" sz="20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gn="ctr">
                        <a:lnSpc>
                          <a:spcPct val="115000"/>
                        </a:lnSpc>
                        <a:tabLst>
                          <a:tab algn="l" pos="0"/>
                        </a:tabLst>
                      </a:pPr>
                      <a:r>
                        <a:rPr b="1" lang="en-US" sz="1200" spc="-1" strike="noStrike">
                          <a:solidFill>
                            <a:srgbClr val="000000"/>
                          </a:solidFill>
                          <a:latin typeface="Times New Roman"/>
                          <a:ea typeface="Times New Roman"/>
                        </a:rPr>
                        <a:t>Dec </a:t>
                      </a:r>
                      <a:endParaRPr b="0" lang="en-US" sz="1200" spc="-1" strike="noStrike">
                        <a:solidFill>
                          <a:srgbClr val="000000"/>
                        </a:solidFill>
                        <a:latin typeface="Arial"/>
                      </a:endParaRPr>
                    </a:p>
                    <a:p>
                      <a:pPr algn="ctr">
                        <a:lnSpc>
                          <a:spcPct val="115000"/>
                        </a:lnSpc>
                        <a:tabLst>
                          <a:tab algn="l" pos="0"/>
                        </a:tabLst>
                      </a:pP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gn="ctr">
                        <a:lnSpc>
                          <a:spcPct val="115000"/>
                        </a:lnSpc>
                        <a:tabLst>
                          <a:tab algn="l" pos="0"/>
                        </a:tabLst>
                      </a:pPr>
                      <a:r>
                        <a:rPr b="1" lang="en-US" sz="1200" spc="-1" strike="noStrike">
                          <a:solidFill>
                            <a:srgbClr val="000000"/>
                          </a:solidFill>
                          <a:latin typeface="Times New Roman"/>
                          <a:ea typeface="Times New Roman"/>
                        </a:rPr>
                        <a:t>Jan</a:t>
                      </a:r>
                      <a:endParaRPr b="0" lang="en-US" sz="1200" spc="-1" strike="noStrike">
                        <a:solidFill>
                          <a:srgbClr val="000000"/>
                        </a:solidFill>
                        <a:latin typeface="Arial"/>
                      </a:endParaRPr>
                    </a:p>
                    <a:p>
                      <a:pPr algn="ctr">
                        <a:lnSpc>
                          <a:spcPct val="115000"/>
                        </a:lnSpc>
                        <a:tabLst>
                          <a:tab algn="l" pos="0"/>
                        </a:tabLst>
                      </a:pPr>
                      <a:r>
                        <a:rPr b="1" lang="en-US" sz="1200" spc="-1" strike="noStrike">
                          <a:solidFill>
                            <a:srgbClr val="000000"/>
                          </a:solidFill>
                          <a:latin typeface="Times New Roman"/>
                          <a:ea typeface="Times New Roman"/>
                        </a:rPr>
                        <a:t>(1-15)</a:t>
                      </a: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nSpc>
                          <a:spcPct val="100000"/>
                        </a:lnSpc>
                        <a:tabLst>
                          <a:tab algn="l" pos="0"/>
                        </a:tabLst>
                      </a:pPr>
                      <a:r>
                        <a:rPr b="1" lang="en-US" sz="1200" spc="-1" strike="noStrike">
                          <a:solidFill>
                            <a:srgbClr val="000000"/>
                          </a:solidFill>
                          <a:latin typeface="Arial"/>
                          <a:ea typeface="Arial"/>
                        </a:rPr>
                        <a:t>Jan</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0000"/>
                          </a:solidFill>
                          <a:latin typeface="Arial"/>
                          <a:ea typeface="Arial"/>
                        </a:rPr>
                        <a:t>(16-31)</a:t>
                      </a: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gn="ctr">
                        <a:lnSpc>
                          <a:spcPct val="115000"/>
                        </a:lnSpc>
                        <a:tabLst>
                          <a:tab algn="l" pos="0"/>
                        </a:tabLst>
                      </a:pPr>
                      <a:r>
                        <a:rPr b="1" lang="en-US" sz="1200" spc="-1" strike="noStrike">
                          <a:solidFill>
                            <a:srgbClr val="000000"/>
                          </a:solidFill>
                          <a:latin typeface="Times New Roman"/>
                          <a:ea typeface="Times New Roman"/>
                        </a:rPr>
                        <a:t>Feb (1-15)</a:t>
                      </a: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nSpc>
                          <a:spcPct val="115000"/>
                        </a:lnSpc>
                        <a:tabLst>
                          <a:tab algn="l" pos="0"/>
                        </a:tabLst>
                      </a:pPr>
                      <a:r>
                        <a:rPr b="1" lang="en-US" sz="1200" spc="-1" strike="noStrike">
                          <a:solidFill>
                            <a:srgbClr val="000000"/>
                          </a:solidFill>
                          <a:latin typeface="Times New Roman"/>
                          <a:ea typeface="Times New Roman"/>
                        </a:rPr>
                        <a:t>  </a:t>
                      </a:r>
                      <a:r>
                        <a:rPr b="1" lang="en-US" sz="1200" spc="-1" strike="noStrike">
                          <a:solidFill>
                            <a:srgbClr val="000000"/>
                          </a:solidFill>
                          <a:latin typeface="Times New Roman"/>
                          <a:ea typeface="Times New Roman"/>
                        </a:rPr>
                        <a:t>Feb </a:t>
                      </a:r>
                      <a:endParaRPr b="0" lang="en-US" sz="1200" spc="-1" strike="noStrike">
                        <a:solidFill>
                          <a:srgbClr val="000000"/>
                        </a:solidFill>
                        <a:latin typeface="Arial"/>
                      </a:endParaRPr>
                    </a:p>
                    <a:p>
                      <a:pPr algn="ctr">
                        <a:lnSpc>
                          <a:spcPct val="115000"/>
                        </a:lnSpc>
                        <a:tabLst>
                          <a:tab algn="l" pos="0"/>
                        </a:tabLst>
                      </a:pPr>
                      <a:r>
                        <a:rPr b="1" lang="en-US" sz="1200" spc="-1" strike="noStrike">
                          <a:solidFill>
                            <a:srgbClr val="000000"/>
                          </a:solidFill>
                          <a:latin typeface="Times New Roman"/>
                          <a:ea typeface="Times New Roman"/>
                        </a:rPr>
                        <a:t>(16-28)</a:t>
                      </a: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nSpc>
                          <a:spcPct val="100000"/>
                        </a:lnSpc>
                        <a:tabLst>
                          <a:tab algn="l" pos="0"/>
                        </a:tabLst>
                      </a:pPr>
                      <a:r>
                        <a:rPr b="1" lang="en-US" sz="1200" spc="-1" strike="noStrike">
                          <a:solidFill>
                            <a:srgbClr val="000000"/>
                          </a:solidFill>
                          <a:latin typeface="Arial"/>
                          <a:ea typeface="Arial"/>
                        </a:rPr>
                        <a:t>Mar</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0000"/>
                          </a:solidFill>
                          <a:latin typeface="Arial"/>
                          <a:ea typeface="Arial"/>
                        </a:rPr>
                        <a:t>(1-5)</a:t>
                      </a: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c>
                  <a:txBody>
                    <a:bodyPr lIns="68400" rIns="68400" anchor="t">
                      <a:noAutofit/>
                    </a:bodyPr>
                    <a:p>
                      <a:pPr algn="ctr">
                        <a:lnSpc>
                          <a:spcPct val="115000"/>
                        </a:lnSpc>
                        <a:tabLst>
                          <a:tab algn="l" pos="0"/>
                        </a:tabLst>
                      </a:pPr>
                      <a:r>
                        <a:rPr b="1" lang="en-US" sz="1200" spc="-1" strike="noStrike">
                          <a:solidFill>
                            <a:srgbClr val="000000"/>
                          </a:solidFill>
                          <a:latin typeface="Times New Roman"/>
                          <a:ea typeface="Times New Roman"/>
                        </a:rPr>
                        <a:t>Mar</a:t>
                      </a:r>
                      <a:endParaRPr b="0" lang="en-US" sz="1200" spc="-1" strike="noStrike">
                        <a:solidFill>
                          <a:srgbClr val="000000"/>
                        </a:solidFill>
                        <a:latin typeface="Arial"/>
                      </a:endParaRPr>
                    </a:p>
                    <a:p>
                      <a:pPr algn="ctr">
                        <a:lnSpc>
                          <a:spcPct val="115000"/>
                        </a:lnSpc>
                        <a:tabLst>
                          <a:tab algn="l" pos="0"/>
                        </a:tabLst>
                      </a:pPr>
                      <a:r>
                        <a:rPr b="1" lang="en-US" sz="1200" spc="-1" strike="noStrike">
                          <a:solidFill>
                            <a:srgbClr val="000000"/>
                          </a:solidFill>
                          <a:latin typeface="Times New Roman"/>
                          <a:ea typeface="Times New Roman"/>
                        </a:rPr>
                        <a:t>(5-10)</a:t>
                      </a:r>
                      <a:endParaRPr b="0" lang="en-US" sz="1200" spc="-1" strike="noStrike">
                        <a:solidFill>
                          <a:srgbClr val="000000"/>
                        </a:solidFill>
                        <a:latin typeface="Arial"/>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4bd97"/>
                    </a:solidFill>
                  </a:tcPr>
                </a:tc>
              </a:tr>
              <a:tr h="630000">
                <a:tc>
                  <a:txBody>
                    <a:bodyPr lIns="68400" rIns="68400" anchor="ctr">
                      <a:noAutofit/>
                    </a:bodyPr>
                    <a:p>
                      <a:pPr>
                        <a:lnSpc>
                          <a:spcPct val="115000"/>
                        </a:lnSpc>
                        <a:tabLst>
                          <a:tab algn="l" pos="0"/>
                        </a:tabLst>
                      </a:pPr>
                      <a:r>
                        <a:rPr b="0" lang="en-US" sz="1600" spc="-1" strike="noStrike">
                          <a:solidFill>
                            <a:srgbClr val="000000"/>
                          </a:solidFill>
                          <a:latin typeface="Arial"/>
                          <a:ea typeface="Arial"/>
                        </a:rPr>
                        <a:t>Literature Survey</a:t>
                      </a:r>
                      <a:endParaRPr b="0" lang="en-US" sz="16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30000">
                <a:tc>
                  <a:txBody>
                    <a:bodyPr lIns="68400" rIns="68400" anchor="ctr">
                      <a:noAutofit/>
                    </a:bodyPr>
                    <a:p>
                      <a:pPr>
                        <a:lnSpc>
                          <a:spcPct val="115000"/>
                        </a:lnSpc>
                        <a:tabLst>
                          <a:tab algn="l" pos="0"/>
                        </a:tabLst>
                      </a:pPr>
                      <a:r>
                        <a:rPr b="0" lang="en-US" sz="1600" spc="-1" strike="noStrike">
                          <a:solidFill>
                            <a:srgbClr val="000000"/>
                          </a:solidFill>
                          <a:latin typeface="Arial"/>
                          <a:ea typeface="Arial"/>
                        </a:rPr>
                        <a:t>Collecting components</a:t>
                      </a:r>
                      <a:endParaRPr b="0" lang="en-US" sz="16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30000">
                <a:tc>
                  <a:txBody>
                    <a:bodyPr lIns="68400" rIns="68400" anchor="ctr">
                      <a:noAutofit/>
                    </a:bodyPr>
                    <a:p>
                      <a:pPr>
                        <a:lnSpc>
                          <a:spcPct val="115000"/>
                        </a:lnSpc>
                        <a:tabLst>
                          <a:tab algn="l" pos="0"/>
                        </a:tabLst>
                      </a:pPr>
                      <a:r>
                        <a:rPr b="0" lang="en-US" sz="1600" spc="-1" strike="noStrike">
                          <a:solidFill>
                            <a:srgbClr val="000000"/>
                          </a:solidFill>
                          <a:latin typeface="Arial"/>
                          <a:ea typeface="Arial"/>
                        </a:rPr>
                        <a:t>Study of CapsNet Algorithm and Python</a:t>
                      </a:r>
                      <a:endParaRPr b="0" lang="en-US" sz="16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ff"/>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ff"/>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30000">
                <a:tc>
                  <a:txBody>
                    <a:bodyPr lIns="68400" rIns="68400" anchor="ctr">
                      <a:noAutofit/>
                    </a:bodyPr>
                    <a:p>
                      <a:pPr>
                        <a:lnSpc>
                          <a:spcPct val="115000"/>
                        </a:lnSpc>
                        <a:tabLst>
                          <a:tab algn="l" pos="0"/>
                        </a:tabLst>
                      </a:pPr>
                      <a:r>
                        <a:rPr b="0" lang="en-US" sz="1600" spc="-1" strike="noStrike">
                          <a:solidFill>
                            <a:srgbClr val="000000"/>
                          </a:solidFill>
                          <a:latin typeface="Arial"/>
                          <a:ea typeface="Arial"/>
                        </a:rPr>
                        <a:t>Connecting with software </a:t>
                      </a:r>
                      <a:endParaRPr b="0" lang="en-US" sz="16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64200">
                <a:tc>
                  <a:txBody>
                    <a:bodyPr lIns="68400" rIns="68400" anchor="ctr">
                      <a:noAutofit/>
                    </a:bodyPr>
                    <a:p>
                      <a:pPr>
                        <a:lnSpc>
                          <a:spcPct val="115000"/>
                        </a:lnSpc>
                        <a:tabLst>
                          <a:tab algn="l" pos="0"/>
                        </a:tabLst>
                      </a:pPr>
                      <a:r>
                        <a:rPr b="0" lang="en-US" sz="1600" spc="-1" strike="noStrike">
                          <a:solidFill>
                            <a:srgbClr val="000000"/>
                          </a:solidFill>
                          <a:latin typeface="Arial"/>
                          <a:ea typeface="Arial"/>
                        </a:rPr>
                        <a:t>Debugging the program</a:t>
                      </a:r>
                      <a:endParaRPr b="0" lang="en-US" sz="16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30000">
                <a:tc>
                  <a:txBody>
                    <a:bodyPr lIns="68400" rIns="68400" anchor="ctr">
                      <a:noAutofit/>
                    </a:bodyPr>
                    <a:p>
                      <a:pPr>
                        <a:lnSpc>
                          <a:spcPct val="115000"/>
                        </a:lnSpc>
                        <a:tabLst>
                          <a:tab algn="l" pos="0"/>
                        </a:tabLst>
                      </a:pPr>
                      <a:r>
                        <a:rPr b="0" lang="en-US" sz="1600" spc="-1" strike="noStrike">
                          <a:solidFill>
                            <a:schemeClr val="dk1"/>
                          </a:solidFill>
                          <a:latin typeface="Arial"/>
                          <a:ea typeface="Arial"/>
                        </a:rPr>
                        <a:t>Getting desired output</a:t>
                      </a:r>
                      <a:endParaRPr b="0" lang="en-US" sz="16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r>
              <a:tr h="630000">
                <a:tc>
                  <a:txBody>
                    <a:bodyPr lIns="68400" rIns="68400" anchor="ctr">
                      <a:noAutofit/>
                    </a:bodyPr>
                    <a:p>
                      <a:pPr>
                        <a:lnSpc>
                          <a:spcPct val="115000"/>
                        </a:lnSpc>
                        <a:tabLst>
                          <a:tab algn="l" pos="0"/>
                        </a:tabLst>
                      </a:pPr>
                      <a:r>
                        <a:rPr b="0" lang="en-US" sz="1600" spc="-1" strike="noStrike">
                          <a:solidFill>
                            <a:schemeClr val="dk1"/>
                          </a:solidFill>
                          <a:latin typeface="Arial"/>
                          <a:ea typeface="Arial"/>
                        </a:rPr>
                        <a:t>Preparation and Submission  of the final report</a:t>
                      </a:r>
                      <a:endParaRPr b="0" lang="en-US" sz="16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ctr"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68400" rIns="68400" anchor="t">
                      <a:noAutofit/>
                    </a:bodyPr>
                    <a:p>
                      <a:endParaRPr b="0" lang="en-US" sz="1200" spc="-1" strike="noStrike">
                        <a:solidFill>
                          <a:srgbClr val="000000"/>
                        </a:solidFill>
                        <a:latin typeface="Times New Roman"/>
                        <a:ea typeface="Times New Roman"/>
                      </a:endParaRPr>
                    </a:p>
                  </a:txBody>
                  <a:tcPr anchor="t" marL="68400" marR="6840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538cd5"/>
                    </a:solidFill>
                  </a:tcPr>
                </a:tc>
              </a:tr>
            </a:tbl>
          </a:graphicData>
        </a:graphic>
      </p:graphicFrame>
      <p:sp>
        <p:nvSpPr>
          <p:cNvPr id="547" name="Google Shape;455;p64"/>
          <p:cNvSpPr/>
          <p:nvPr/>
        </p:nvSpPr>
        <p:spPr>
          <a:xfrm>
            <a:off x="1082160" y="505440"/>
            <a:ext cx="2862000" cy="560160"/>
          </a:xfrm>
          <a:prstGeom prst="rect">
            <a:avLst/>
          </a:prstGeom>
          <a:gradFill rotWithShape="0">
            <a:gsLst>
              <a:gs pos="0">
                <a:srgbClr val="33ccff"/>
              </a:gs>
              <a:gs pos="100000">
                <a:srgbClr val="3333cc"/>
              </a:gs>
            </a:gsLst>
            <a:lin ang="0"/>
          </a:grad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0" lang="en-US" sz="3500" spc="-1" strike="noStrike">
                <a:solidFill>
                  <a:schemeClr val="dk1"/>
                </a:solidFill>
                <a:latin typeface="Roboto"/>
                <a:ea typeface="Roboto"/>
              </a:rPr>
              <a:t>WORK PLAN</a:t>
            </a:r>
            <a:endParaRPr b="0" lang="en-US" sz="3500" spc="-1" strike="noStrike">
              <a:solidFill>
                <a:srgbClr val="000000"/>
              </a:solidFill>
              <a:latin typeface="Arial"/>
            </a:endParaRPr>
          </a:p>
        </p:txBody>
      </p:sp>
      <p:sp>
        <p:nvSpPr>
          <p:cNvPr id="548" name="Google Shape;456;p64"/>
          <p:cNvSpPr/>
          <p:nvPr/>
        </p:nvSpPr>
        <p:spPr>
          <a:xfrm>
            <a:off x="0" y="533520"/>
            <a:ext cx="395640" cy="560160"/>
          </a:xfrm>
          <a:prstGeom prst="rect">
            <a:avLst/>
          </a:prstGeom>
          <a:solidFill>
            <a:srgbClr val="f2f2f2"/>
          </a:solidFill>
          <a:ln w="0">
            <a:noFill/>
          </a:ln>
        </p:spPr>
        <p:style>
          <a:lnRef idx="0"/>
          <a:fillRef idx="0"/>
          <a:effectRef idx="0"/>
          <a:fontRef idx="minor"/>
        </p:style>
        <p:txBody>
          <a:bodyPr lIns="90000" rIns="90000" tIns="45000" bIns="45000" anchor="ctr">
            <a:noAutofit/>
          </a:bodyPr>
          <a:p>
            <a:pPr>
              <a:lnSpc>
                <a:spcPct val="100000"/>
              </a:lnSpc>
            </a:pPr>
            <a:endParaRPr b="0" lang="en-US" sz="1200" spc="-1" strike="noStrike">
              <a:solidFill>
                <a:schemeClr val="lt1"/>
              </a:solidFill>
              <a:latin typeface="Roboto"/>
              <a:ea typeface="Roboto"/>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p:nvPr>
        </p:nvSpPr>
        <p:spPr>
          <a:xfrm>
            <a:off x="3174840" y="2435400"/>
            <a:ext cx="4243680" cy="1986120"/>
          </a:xfrm>
          <a:prstGeom prst="rect">
            <a:avLst/>
          </a:prstGeom>
          <a:noFill/>
          <a:ln w="0">
            <a:noFill/>
          </a:ln>
        </p:spPr>
        <p:txBody>
          <a:bodyPr lIns="91440" rIns="91440" tIns="45720" bIns="45720" anchor="t">
            <a:normAutofit fontScale="93333" lnSpcReduction="20000"/>
          </a:bodyPr>
          <a:p>
            <a:pPr indent="0">
              <a:lnSpc>
                <a:spcPct val="100000"/>
              </a:lnSpc>
              <a:spcBef>
                <a:spcPts val="601"/>
              </a:spcBef>
              <a:buNone/>
              <a:tabLst>
                <a:tab algn="l" pos="0"/>
              </a:tabLst>
            </a:pPr>
            <a:r>
              <a:rPr b="0" lang="en-US" sz="3200" spc="-1" strike="noStrike">
                <a:solidFill>
                  <a:schemeClr val="dk1"/>
                </a:solidFill>
                <a:latin typeface="Gill Sans"/>
                <a:ea typeface="Gill Sans"/>
              </a:rPr>
              <a:t>                                                                                                   </a:t>
            </a:r>
            <a:r>
              <a:rPr b="1" i="1" lang="en-US" sz="4500" spc="-1" strike="noStrike">
                <a:solidFill>
                  <a:schemeClr val="dk1"/>
                </a:solidFill>
                <a:latin typeface="Gill Sans"/>
                <a:ea typeface="Gill Sans"/>
              </a:rPr>
              <a:t>THANK YOU</a:t>
            </a:r>
            <a:endParaRPr b="0" lang="en-US" sz="4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Equity">
  <a:themeElements>
    <a:clrScheme name="Opulent">
      <a:dk1>
        <a:srgbClr val="000000"/>
      </a:dk1>
      <a:lt1>
        <a:srgbClr val="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4.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5.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7.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8.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9.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0.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1.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2.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3.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4.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5.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6.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7.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8.xml><?xml version="1.0" encoding="utf-8"?>
<a:theme xmlns:a="http://schemas.openxmlformats.org/drawingml/2006/main" xmlns:r="http://schemas.openxmlformats.org/officeDocument/2006/relationships"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253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2026-02-28T11:42:26Z</dcterms:modified>
  <cp:revision>12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18</vt:r8>
  </property>
  <property fmtid="{D5CDD505-2E9C-101B-9397-08002B2CF9AE}" pid="3" name="PresentationFormat">
    <vt:lpwstr>On-screen Show (4:3)</vt:lpwstr>
  </property>
  <property fmtid="{D5CDD505-2E9C-101B-9397-08002B2CF9AE}" pid="4" name="Slides">
    <vt:r8>18</vt:r8>
  </property>
</Properties>
</file>